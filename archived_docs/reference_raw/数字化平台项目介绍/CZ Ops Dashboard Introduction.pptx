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8" r:id="rId2"/>
    <p:sldId id="465" r:id="rId3"/>
    <p:sldId id="467" r:id="rId4"/>
    <p:sldId id="463" r:id="rId5"/>
    <p:sldId id="464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C985BA-9983-455B-948E-1A504E54E0DE}" v="326" dt="2025-09-04T05:56:09.1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8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ang, Kai [CZ05]" userId="b605d854-3d96-47fb-8209-b7ba66f1e988" providerId="ADAL" clId="{BEC985BA-9983-455B-948E-1A504E54E0DE}"/>
    <pc:docChg chg="undo redo custSel addSld delSld modSld sldOrd">
      <pc:chgData name="Huang, Kai [CZ05]" userId="b605d854-3d96-47fb-8209-b7ba66f1e988" providerId="ADAL" clId="{BEC985BA-9983-455B-948E-1A504E54E0DE}" dt="2025-09-04T05:58:47.647" v="2251" actId="47"/>
      <pc:docMkLst>
        <pc:docMk/>
      </pc:docMkLst>
      <pc:sldChg chg="addSp delSp modSp new del mod modClrScheme chgLayout">
        <pc:chgData name="Huang, Kai [CZ05]" userId="b605d854-3d96-47fb-8209-b7ba66f1e988" providerId="ADAL" clId="{BEC985BA-9983-455B-948E-1A504E54E0DE}" dt="2025-09-04T01:55:46.488" v="1036" actId="47"/>
        <pc:sldMkLst>
          <pc:docMk/>
          <pc:sldMk cId="2983027384" sldId="256"/>
        </pc:sldMkLst>
        <pc:spChg chg="del mod">
          <ac:chgData name="Huang, Kai [CZ05]" userId="b605d854-3d96-47fb-8209-b7ba66f1e988" providerId="ADAL" clId="{BEC985BA-9983-455B-948E-1A504E54E0DE}" dt="2025-09-03T08:40:18.771" v="2" actId="26606"/>
          <ac:spMkLst>
            <pc:docMk/>
            <pc:sldMk cId="2983027384" sldId="256"/>
            <ac:spMk id="2" creationId="{FF0CC195-B38D-272E-533D-5EC358BDC313}"/>
          </ac:spMkLst>
        </pc:spChg>
        <pc:spChg chg="del mod">
          <ac:chgData name="Huang, Kai [CZ05]" userId="b605d854-3d96-47fb-8209-b7ba66f1e988" providerId="ADAL" clId="{BEC985BA-9983-455B-948E-1A504E54E0DE}" dt="2025-09-03T08:40:18.771" v="2" actId="26606"/>
          <ac:spMkLst>
            <pc:docMk/>
            <pc:sldMk cId="2983027384" sldId="256"/>
            <ac:spMk id="3" creationId="{FFCB2536-1DBE-2AF9-EFE4-9917FC6B9C5E}"/>
          </ac:spMkLst>
        </pc:spChg>
        <pc:spChg chg="add mod">
          <ac:chgData name="Huang, Kai [CZ05]" userId="b605d854-3d96-47fb-8209-b7ba66f1e988" providerId="ADAL" clId="{BEC985BA-9983-455B-948E-1A504E54E0DE}" dt="2025-09-03T08:40:18.771" v="2" actId="26606"/>
          <ac:spMkLst>
            <pc:docMk/>
            <pc:sldMk cId="2983027384" sldId="256"/>
            <ac:spMk id="8" creationId="{FAA620D9-614F-5C01-FFD9-E6000D95CBB1}"/>
          </ac:spMkLst>
        </pc:spChg>
        <pc:spChg chg="add mod">
          <ac:chgData name="Huang, Kai [CZ05]" userId="b605d854-3d96-47fb-8209-b7ba66f1e988" providerId="ADAL" clId="{BEC985BA-9983-455B-948E-1A504E54E0DE}" dt="2025-09-03T08:40:18.771" v="2" actId="26606"/>
          <ac:spMkLst>
            <pc:docMk/>
            <pc:sldMk cId="2983027384" sldId="256"/>
            <ac:spMk id="10" creationId="{0345E6FF-DB9A-B1B0-DDCB-147398B1FBA3}"/>
          </ac:spMkLst>
        </pc:spChg>
        <pc:spChg chg="add mod">
          <ac:chgData name="Huang, Kai [CZ05]" userId="b605d854-3d96-47fb-8209-b7ba66f1e988" providerId="ADAL" clId="{BEC985BA-9983-455B-948E-1A504E54E0DE}" dt="2025-09-03T08:40:18.771" v="2" actId="26606"/>
          <ac:spMkLst>
            <pc:docMk/>
            <pc:sldMk cId="2983027384" sldId="256"/>
            <ac:spMk id="12" creationId="{0C6653C0-4825-F56A-D8E9-A018286D566C}"/>
          </ac:spMkLst>
        </pc:spChg>
        <pc:spChg chg="add mod">
          <ac:chgData name="Huang, Kai [CZ05]" userId="b605d854-3d96-47fb-8209-b7ba66f1e988" providerId="ADAL" clId="{BEC985BA-9983-455B-948E-1A504E54E0DE}" dt="2025-09-03T08:40:18.771" v="2" actId="26606"/>
          <ac:spMkLst>
            <pc:docMk/>
            <pc:sldMk cId="2983027384" sldId="256"/>
            <ac:spMk id="14" creationId="{2F247A63-46D4-F3C2-9667-341DECCA1D73}"/>
          </ac:spMkLst>
        </pc:spChg>
        <pc:spChg chg="add mod">
          <ac:chgData name="Huang, Kai [CZ05]" userId="b605d854-3d96-47fb-8209-b7ba66f1e988" providerId="ADAL" clId="{BEC985BA-9983-455B-948E-1A504E54E0DE}" dt="2025-09-03T08:40:18.771" v="2" actId="26606"/>
          <ac:spMkLst>
            <pc:docMk/>
            <pc:sldMk cId="2983027384" sldId="256"/>
            <ac:spMk id="16" creationId="{1771BCAF-6684-C1CD-31C9-520B52ECC4E1}"/>
          </ac:spMkLst>
        </pc:spChg>
      </pc:sldChg>
      <pc:sldChg chg="addSp delSp modSp new del mod modClrScheme chgLayout">
        <pc:chgData name="Huang, Kai [CZ05]" userId="b605d854-3d96-47fb-8209-b7ba66f1e988" providerId="ADAL" clId="{BEC985BA-9983-455B-948E-1A504E54E0DE}" dt="2025-09-04T01:55:41.149" v="1035" actId="47"/>
        <pc:sldMkLst>
          <pc:docMk/>
          <pc:sldMk cId="3314692779" sldId="257"/>
        </pc:sldMkLst>
        <pc:spChg chg="del mod ord">
          <ac:chgData name="Huang, Kai [CZ05]" userId="b605d854-3d96-47fb-8209-b7ba66f1e988" providerId="ADAL" clId="{BEC985BA-9983-455B-948E-1A504E54E0DE}" dt="2025-09-03T08:40:29.739" v="4" actId="700"/>
          <ac:spMkLst>
            <pc:docMk/>
            <pc:sldMk cId="3314692779" sldId="257"/>
            <ac:spMk id="2" creationId="{351564A5-1835-15F2-1E97-504B8AA2B0AF}"/>
          </ac:spMkLst>
        </pc:spChg>
        <pc:spChg chg="del mod ord">
          <ac:chgData name="Huang, Kai [CZ05]" userId="b605d854-3d96-47fb-8209-b7ba66f1e988" providerId="ADAL" clId="{BEC985BA-9983-455B-948E-1A504E54E0DE}" dt="2025-09-03T08:40:29.739" v="4" actId="700"/>
          <ac:spMkLst>
            <pc:docMk/>
            <pc:sldMk cId="3314692779" sldId="257"/>
            <ac:spMk id="3" creationId="{F83B38DB-4D84-A644-B08B-66E7CBCB8293}"/>
          </ac:spMkLst>
        </pc:spChg>
        <pc:spChg chg="del">
          <ac:chgData name="Huang, Kai [CZ05]" userId="b605d854-3d96-47fb-8209-b7ba66f1e988" providerId="ADAL" clId="{BEC985BA-9983-455B-948E-1A504E54E0DE}" dt="2025-09-03T08:40:29.739" v="4" actId="700"/>
          <ac:spMkLst>
            <pc:docMk/>
            <pc:sldMk cId="3314692779" sldId="257"/>
            <ac:spMk id="4" creationId="{AC1A6D12-0F80-F67A-83AC-AA98ED99C85B}"/>
          </ac:spMkLst>
        </pc:spChg>
        <pc:spChg chg="del">
          <ac:chgData name="Huang, Kai [CZ05]" userId="b605d854-3d96-47fb-8209-b7ba66f1e988" providerId="ADAL" clId="{BEC985BA-9983-455B-948E-1A504E54E0DE}" dt="2025-09-03T08:40:29.739" v="4" actId="700"/>
          <ac:spMkLst>
            <pc:docMk/>
            <pc:sldMk cId="3314692779" sldId="257"/>
            <ac:spMk id="5" creationId="{8CDA431F-FF73-B34D-E5A8-2B4B19D40210}"/>
          </ac:spMkLst>
        </pc:spChg>
        <pc:spChg chg="del">
          <ac:chgData name="Huang, Kai [CZ05]" userId="b605d854-3d96-47fb-8209-b7ba66f1e988" providerId="ADAL" clId="{BEC985BA-9983-455B-948E-1A504E54E0DE}" dt="2025-09-03T08:40:29.739" v="4" actId="700"/>
          <ac:spMkLst>
            <pc:docMk/>
            <pc:sldMk cId="3314692779" sldId="257"/>
            <ac:spMk id="6" creationId="{67A40F3A-10B0-4CA9-61C9-561CA3EC99C4}"/>
          </ac:spMkLst>
        </pc:spChg>
        <pc:spChg chg="add del mod ord">
          <ac:chgData name="Huang, Kai [CZ05]" userId="b605d854-3d96-47fb-8209-b7ba66f1e988" providerId="ADAL" clId="{BEC985BA-9983-455B-948E-1A504E54E0DE}" dt="2025-09-03T08:43:53.028" v="5" actId="700"/>
          <ac:spMkLst>
            <pc:docMk/>
            <pc:sldMk cId="3314692779" sldId="257"/>
            <ac:spMk id="7" creationId="{2839DBDF-2622-73B2-E0FE-486095982653}"/>
          </ac:spMkLst>
        </pc:spChg>
        <pc:spChg chg="add del mod ord">
          <ac:chgData name="Huang, Kai [CZ05]" userId="b605d854-3d96-47fb-8209-b7ba66f1e988" providerId="ADAL" clId="{BEC985BA-9983-455B-948E-1A504E54E0DE}" dt="2025-09-03T08:43:53.028" v="5" actId="700"/>
          <ac:spMkLst>
            <pc:docMk/>
            <pc:sldMk cId="3314692779" sldId="257"/>
            <ac:spMk id="8" creationId="{B0BF0DE3-B0FC-CCAB-7C8F-CA53C96536C8}"/>
          </ac:spMkLst>
        </pc:spChg>
        <pc:spChg chg="add del mod ord">
          <ac:chgData name="Huang, Kai [CZ05]" userId="b605d854-3d96-47fb-8209-b7ba66f1e988" providerId="ADAL" clId="{BEC985BA-9983-455B-948E-1A504E54E0DE}" dt="2025-09-03T08:46:01.290" v="6" actId="700"/>
          <ac:spMkLst>
            <pc:docMk/>
            <pc:sldMk cId="3314692779" sldId="257"/>
            <ac:spMk id="9" creationId="{464B45CD-5FD3-155D-8931-A91A558E12E1}"/>
          </ac:spMkLst>
        </pc:spChg>
        <pc:spChg chg="add del mod ord">
          <ac:chgData name="Huang, Kai [CZ05]" userId="b605d854-3d96-47fb-8209-b7ba66f1e988" providerId="ADAL" clId="{BEC985BA-9983-455B-948E-1A504E54E0DE}" dt="2025-09-03T08:46:01.290" v="6" actId="700"/>
          <ac:spMkLst>
            <pc:docMk/>
            <pc:sldMk cId="3314692779" sldId="257"/>
            <ac:spMk id="10" creationId="{C15354AC-6959-E64B-9018-DA2C0325B0A4}"/>
          </ac:spMkLst>
        </pc:spChg>
        <pc:spChg chg="add del mod ord">
          <ac:chgData name="Huang, Kai [CZ05]" userId="b605d854-3d96-47fb-8209-b7ba66f1e988" providerId="ADAL" clId="{BEC985BA-9983-455B-948E-1A504E54E0DE}" dt="2025-09-03T08:46:01.290" v="6" actId="700"/>
          <ac:spMkLst>
            <pc:docMk/>
            <pc:sldMk cId="3314692779" sldId="257"/>
            <ac:spMk id="11" creationId="{570FE5BE-CAA3-37BD-B0FE-10E933D96FFA}"/>
          </ac:spMkLst>
        </pc:spChg>
        <pc:spChg chg="add del mod ord">
          <ac:chgData name="Huang, Kai [CZ05]" userId="b605d854-3d96-47fb-8209-b7ba66f1e988" providerId="ADAL" clId="{BEC985BA-9983-455B-948E-1A504E54E0DE}" dt="2025-09-03T08:46:01.290" v="6" actId="700"/>
          <ac:spMkLst>
            <pc:docMk/>
            <pc:sldMk cId="3314692779" sldId="257"/>
            <ac:spMk id="12" creationId="{1217E598-29AA-B7BA-A0DC-15D7E0D6E479}"/>
          </ac:spMkLst>
        </pc:spChg>
        <pc:spChg chg="add del mod ord">
          <ac:chgData name="Huang, Kai [CZ05]" userId="b605d854-3d96-47fb-8209-b7ba66f1e988" providerId="ADAL" clId="{BEC985BA-9983-455B-948E-1A504E54E0DE}" dt="2025-09-03T08:46:01.290" v="6" actId="700"/>
          <ac:spMkLst>
            <pc:docMk/>
            <pc:sldMk cId="3314692779" sldId="257"/>
            <ac:spMk id="13" creationId="{30804BBF-D0C9-DCE0-F990-66CD1C14E0AA}"/>
          </ac:spMkLst>
        </pc:spChg>
        <pc:spChg chg="add mod ord">
          <ac:chgData name="Huang, Kai [CZ05]" userId="b605d854-3d96-47fb-8209-b7ba66f1e988" providerId="ADAL" clId="{BEC985BA-9983-455B-948E-1A504E54E0DE}" dt="2025-09-03T08:50:17.642" v="19" actId="700"/>
          <ac:spMkLst>
            <pc:docMk/>
            <pc:sldMk cId="3314692779" sldId="257"/>
            <ac:spMk id="14" creationId="{EDEF199A-F00B-5B21-251C-EB396BA5134A}"/>
          </ac:spMkLst>
        </pc:spChg>
        <pc:spChg chg="add del mod ord">
          <ac:chgData name="Huang, Kai [CZ05]" userId="b605d854-3d96-47fb-8209-b7ba66f1e988" providerId="ADAL" clId="{BEC985BA-9983-455B-948E-1A504E54E0DE}" dt="2025-09-03T08:50:17.642" v="19" actId="700"/>
          <ac:spMkLst>
            <pc:docMk/>
            <pc:sldMk cId="3314692779" sldId="257"/>
            <ac:spMk id="15" creationId="{465C0336-D19D-0F10-0B6F-89A990A7C26A}"/>
          </ac:spMkLst>
        </pc:spChg>
        <pc:spChg chg="add del">
          <ac:chgData name="Huang, Kai [CZ05]" userId="b605d854-3d96-47fb-8209-b7ba66f1e988" providerId="ADAL" clId="{BEC985BA-9983-455B-948E-1A504E54E0DE}" dt="2025-09-03T08:49:26.965" v="8" actId="22"/>
          <ac:spMkLst>
            <pc:docMk/>
            <pc:sldMk cId="3314692779" sldId="257"/>
            <ac:spMk id="17" creationId="{95A8CE3A-3E80-3375-FBBA-33F998135A58}"/>
          </ac:spMkLst>
        </pc:spChg>
        <pc:spChg chg="add mod">
          <ac:chgData name="Huang, Kai [CZ05]" userId="b605d854-3d96-47fb-8209-b7ba66f1e988" providerId="ADAL" clId="{BEC985BA-9983-455B-948E-1A504E54E0DE}" dt="2025-09-03T08:51:07.277" v="48" actId="14100"/>
          <ac:spMkLst>
            <pc:docMk/>
            <pc:sldMk cId="3314692779" sldId="257"/>
            <ac:spMk id="19" creationId="{C7EB1339-7AC5-869A-10C8-3C1963702FB5}"/>
          </ac:spMkLst>
        </pc:spChg>
        <pc:spChg chg="add mod ord">
          <ac:chgData name="Huang, Kai [CZ05]" userId="b605d854-3d96-47fb-8209-b7ba66f1e988" providerId="ADAL" clId="{BEC985BA-9983-455B-948E-1A504E54E0DE}" dt="2025-09-03T08:50:53.944" v="43"/>
          <ac:spMkLst>
            <pc:docMk/>
            <pc:sldMk cId="3314692779" sldId="257"/>
            <ac:spMk id="20" creationId="{42519C36-3638-7F9C-8200-D641494233F6}"/>
          </ac:spMkLst>
        </pc:spChg>
        <pc:spChg chg="add mod ord">
          <ac:chgData name="Huang, Kai [CZ05]" userId="b605d854-3d96-47fb-8209-b7ba66f1e988" providerId="ADAL" clId="{BEC985BA-9983-455B-948E-1A504E54E0DE}" dt="2025-09-03T08:50:17.642" v="19" actId="700"/>
          <ac:spMkLst>
            <pc:docMk/>
            <pc:sldMk cId="3314692779" sldId="257"/>
            <ac:spMk id="21" creationId="{FDB38BA7-42A1-F92F-680F-2665ABD1685F}"/>
          </ac:spMkLst>
        </pc:spChg>
        <pc:spChg chg="add mod">
          <ac:chgData name="Huang, Kai [CZ05]" userId="b605d854-3d96-47fb-8209-b7ba66f1e988" providerId="ADAL" clId="{BEC985BA-9983-455B-948E-1A504E54E0DE}" dt="2025-09-03T13:21:29.193" v="322" actId="1076"/>
          <ac:spMkLst>
            <pc:docMk/>
            <pc:sldMk cId="3314692779" sldId="257"/>
            <ac:spMk id="22" creationId="{CF93B858-EA95-F6D4-148D-F7A9A17F8BF0}"/>
          </ac:spMkLst>
        </pc:spChg>
        <pc:spChg chg="add mod">
          <ac:chgData name="Huang, Kai [CZ05]" userId="b605d854-3d96-47fb-8209-b7ba66f1e988" providerId="ADAL" clId="{BEC985BA-9983-455B-948E-1A504E54E0DE}" dt="2025-09-03T13:21:42.068" v="325" actId="14100"/>
          <ac:spMkLst>
            <pc:docMk/>
            <pc:sldMk cId="3314692779" sldId="257"/>
            <ac:spMk id="26" creationId="{2CD661DE-2A1B-9EE3-82F4-28A287830A97}"/>
          </ac:spMkLst>
        </pc:spChg>
        <pc:spChg chg="add mod">
          <ac:chgData name="Huang, Kai [CZ05]" userId="b605d854-3d96-47fb-8209-b7ba66f1e988" providerId="ADAL" clId="{BEC985BA-9983-455B-948E-1A504E54E0DE}" dt="2025-09-03T09:14:12.133" v="172" actId="13926"/>
          <ac:spMkLst>
            <pc:docMk/>
            <pc:sldMk cId="3314692779" sldId="257"/>
            <ac:spMk id="27" creationId="{EAA37DF9-3FE3-7863-9558-5A3DCA67E042}"/>
          </ac:spMkLst>
        </pc:spChg>
        <pc:spChg chg="add mod">
          <ac:chgData name="Huang, Kai [CZ05]" userId="b605d854-3d96-47fb-8209-b7ba66f1e988" providerId="ADAL" clId="{BEC985BA-9983-455B-948E-1A504E54E0DE}" dt="2025-09-03T13:21:57.065" v="326" actId="1076"/>
          <ac:spMkLst>
            <pc:docMk/>
            <pc:sldMk cId="3314692779" sldId="257"/>
            <ac:spMk id="28" creationId="{2978A055-8CCA-2441-F8AF-0C75A2695E45}"/>
          </ac:spMkLst>
        </pc:spChg>
        <pc:spChg chg="add mod">
          <ac:chgData name="Huang, Kai [CZ05]" userId="b605d854-3d96-47fb-8209-b7ba66f1e988" providerId="ADAL" clId="{BEC985BA-9983-455B-948E-1A504E54E0DE}" dt="2025-09-03T13:21:29.193" v="322" actId="1076"/>
          <ac:spMkLst>
            <pc:docMk/>
            <pc:sldMk cId="3314692779" sldId="257"/>
            <ac:spMk id="29" creationId="{6FB2C892-0AC6-C180-0133-F5BF4D615720}"/>
          </ac:spMkLst>
        </pc:spChg>
        <pc:spChg chg="add mod">
          <ac:chgData name="Huang, Kai [CZ05]" userId="b605d854-3d96-47fb-8209-b7ba66f1e988" providerId="ADAL" clId="{BEC985BA-9983-455B-948E-1A504E54E0DE}" dt="2025-09-03T13:21:32.142" v="323" actId="1076"/>
          <ac:spMkLst>
            <pc:docMk/>
            <pc:sldMk cId="3314692779" sldId="257"/>
            <ac:spMk id="30" creationId="{2DB04C97-1778-18E4-9F39-4D762D4B43BE}"/>
          </ac:spMkLst>
        </pc:spChg>
        <pc:cxnChg chg="add del mod">
          <ac:chgData name="Huang, Kai [CZ05]" userId="b605d854-3d96-47fb-8209-b7ba66f1e988" providerId="ADAL" clId="{BEC985BA-9983-455B-948E-1A504E54E0DE}" dt="2025-09-03T13:21:08.775" v="317" actId="478"/>
          <ac:cxnSpMkLst>
            <pc:docMk/>
            <pc:sldMk cId="3314692779" sldId="257"/>
            <ac:cxnSpMk id="24" creationId="{29274272-F6BC-774D-CAF1-66334EE45AB6}"/>
          </ac:cxnSpMkLst>
        </pc:cxnChg>
      </pc:sldChg>
      <pc:sldChg chg="addSp delSp modSp new mod">
        <pc:chgData name="Huang, Kai [CZ05]" userId="b605d854-3d96-47fb-8209-b7ba66f1e988" providerId="ADAL" clId="{BEC985BA-9983-455B-948E-1A504E54E0DE}" dt="2025-09-04T01:51:27.485" v="1034" actId="20577"/>
        <pc:sldMkLst>
          <pc:docMk/>
          <pc:sldMk cId="1992817921" sldId="258"/>
        </pc:sldMkLst>
        <pc:spChg chg="mod">
          <ac:chgData name="Huang, Kai [CZ05]" userId="b605d854-3d96-47fb-8209-b7ba66f1e988" providerId="ADAL" clId="{BEC985BA-9983-455B-948E-1A504E54E0DE}" dt="2025-09-04T01:44:48.199" v="948"/>
          <ac:spMkLst>
            <pc:docMk/>
            <pc:sldMk cId="1992817921" sldId="258"/>
            <ac:spMk id="2" creationId="{C982BB89-56DD-9C2F-27DD-44CAF51A4BD8}"/>
          </ac:spMkLst>
        </pc:spChg>
        <pc:spChg chg="mod">
          <ac:chgData name="Huang, Kai [CZ05]" userId="b605d854-3d96-47fb-8209-b7ba66f1e988" providerId="ADAL" clId="{BEC985BA-9983-455B-948E-1A504E54E0DE}" dt="2025-09-04T01:44:37.315" v="946" actId="20577"/>
          <ac:spMkLst>
            <pc:docMk/>
            <pc:sldMk cId="1992817921" sldId="258"/>
            <ac:spMk id="3" creationId="{AC659FA1-51CA-DFA8-8B9F-2F5D6A1A01B4}"/>
          </ac:spMkLst>
        </pc:spChg>
        <pc:spChg chg="add del mod">
          <ac:chgData name="Huang, Kai [CZ05]" userId="b605d854-3d96-47fb-8209-b7ba66f1e988" providerId="ADAL" clId="{BEC985BA-9983-455B-948E-1A504E54E0DE}" dt="2025-09-03T13:26:29.754" v="496" actId="478"/>
          <ac:spMkLst>
            <pc:docMk/>
            <pc:sldMk cId="1992817921" sldId="258"/>
            <ac:spMk id="5" creationId="{4FFDA907-128D-A96E-CDD6-7936A22114FF}"/>
          </ac:spMkLst>
        </pc:spChg>
        <pc:graphicFrameChg chg="add mod modGraphic">
          <ac:chgData name="Huang, Kai [CZ05]" userId="b605d854-3d96-47fb-8209-b7ba66f1e988" providerId="ADAL" clId="{BEC985BA-9983-455B-948E-1A504E54E0DE}" dt="2025-09-04T01:51:27.485" v="1034" actId="20577"/>
          <ac:graphicFrameMkLst>
            <pc:docMk/>
            <pc:sldMk cId="1992817921" sldId="258"/>
            <ac:graphicFrameMk id="6" creationId="{2810BEFD-9A3E-BF66-5A91-49F2072F5736}"/>
          </ac:graphicFrameMkLst>
        </pc:graphicFrameChg>
      </pc:sldChg>
      <pc:sldChg chg="add del mod ord modShow">
        <pc:chgData name="Huang, Kai [CZ05]" userId="b605d854-3d96-47fb-8209-b7ba66f1e988" providerId="ADAL" clId="{BEC985BA-9983-455B-948E-1A504E54E0DE}" dt="2025-09-04T05:58:47.647" v="2251" actId="47"/>
        <pc:sldMkLst>
          <pc:docMk/>
          <pc:sldMk cId="4284173177" sldId="458"/>
        </pc:sldMkLst>
      </pc:sldChg>
      <pc:sldChg chg="add del mod ord modShow">
        <pc:chgData name="Huang, Kai [CZ05]" userId="b605d854-3d96-47fb-8209-b7ba66f1e988" providerId="ADAL" clId="{BEC985BA-9983-455B-948E-1A504E54E0DE}" dt="2025-09-04T05:58:47.647" v="2251" actId="47"/>
        <pc:sldMkLst>
          <pc:docMk/>
          <pc:sldMk cId="1866995641" sldId="459"/>
        </pc:sldMkLst>
      </pc:sldChg>
      <pc:sldChg chg="addSp delSp modSp add mod ord modShow">
        <pc:chgData name="Huang, Kai [CZ05]" userId="b605d854-3d96-47fb-8209-b7ba66f1e988" providerId="ADAL" clId="{BEC985BA-9983-455B-948E-1A504E54E0DE}" dt="2025-09-04T05:19:18.857" v="1793" actId="729"/>
        <pc:sldMkLst>
          <pc:docMk/>
          <pc:sldMk cId="4155325641" sldId="463"/>
        </pc:sldMkLst>
        <pc:spChg chg="add del mod">
          <ac:chgData name="Huang, Kai [CZ05]" userId="b605d854-3d96-47fb-8209-b7ba66f1e988" providerId="ADAL" clId="{BEC985BA-9983-455B-948E-1A504E54E0DE}" dt="2025-09-04T03:49:23.697" v="1242" actId="478"/>
          <ac:spMkLst>
            <pc:docMk/>
            <pc:sldMk cId="4155325641" sldId="463"/>
            <ac:spMk id="2" creationId="{4DAAE150-C78D-700C-439A-D2D18F9FB579}"/>
          </ac:spMkLst>
        </pc:spChg>
        <pc:spChg chg="add del mod">
          <ac:chgData name="Huang, Kai [CZ05]" userId="b605d854-3d96-47fb-8209-b7ba66f1e988" providerId="ADAL" clId="{BEC985BA-9983-455B-948E-1A504E54E0DE}" dt="2025-09-04T05:14:02.533" v="1774" actId="478"/>
          <ac:spMkLst>
            <pc:docMk/>
            <pc:sldMk cId="4155325641" sldId="463"/>
            <ac:spMk id="4" creationId="{5BE88453-D291-6C4C-7232-90E5495EC2B3}"/>
          </ac:spMkLst>
        </pc:spChg>
        <pc:spChg chg="add del mod ord">
          <ac:chgData name="Huang, Kai [CZ05]" userId="b605d854-3d96-47fb-8209-b7ba66f1e988" providerId="ADAL" clId="{BEC985BA-9983-455B-948E-1A504E54E0DE}" dt="2025-09-04T03:49:20.214" v="1241" actId="478"/>
          <ac:spMkLst>
            <pc:docMk/>
            <pc:sldMk cId="4155325641" sldId="463"/>
            <ac:spMk id="5" creationId="{A1EE3BF2-B92F-6666-17F5-436DC58766F0}"/>
          </ac:spMkLst>
        </pc:spChg>
        <pc:spChg chg="mod">
          <ac:chgData name="Huang, Kai [CZ05]" userId="b605d854-3d96-47fb-8209-b7ba66f1e988" providerId="ADAL" clId="{BEC985BA-9983-455B-948E-1A504E54E0DE}" dt="2025-09-04T03:52:49.465" v="1407"/>
          <ac:spMkLst>
            <pc:docMk/>
            <pc:sldMk cId="4155325641" sldId="463"/>
            <ac:spMk id="10" creationId="{480F25D3-70E0-4821-AB81-F375363D63F6}"/>
          </ac:spMkLst>
        </pc:spChg>
        <pc:spChg chg="mod">
          <ac:chgData name="Huang, Kai [CZ05]" userId="b605d854-3d96-47fb-8209-b7ba66f1e988" providerId="ADAL" clId="{BEC985BA-9983-455B-948E-1A504E54E0DE}" dt="2025-09-04T03:53:00.035" v="1415" actId="20577"/>
          <ac:spMkLst>
            <pc:docMk/>
            <pc:sldMk cId="4155325641" sldId="463"/>
            <ac:spMk id="11" creationId="{DD29A491-8753-44D4-9992-6878D748AE26}"/>
          </ac:spMkLst>
        </pc:spChg>
        <pc:spChg chg="del mod">
          <ac:chgData name="Huang, Kai [CZ05]" userId="b605d854-3d96-47fb-8209-b7ba66f1e988" providerId="ADAL" clId="{BEC985BA-9983-455B-948E-1A504E54E0DE}" dt="2025-09-04T05:14:02.533" v="1774" actId="478"/>
          <ac:spMkLst>
            <pc:docMk/>
            <pc:sldMk cId="4155325641" sldId="463"/>
            <ac:spMk id="13" creationId="{8EEE0B07-7029-4734-AF6F-1973382A0664}"/>
          </ac:spMkLst>
        </pc:spChg>
        <pc:spChg chg="del mod">
          <ac:chgData name="Huang, Kai [CZ05]" userId="b605d854-3d96-47fb-8209-b7ba66f1e988" providerId="ADAL" clId="{BEC985BA-9983-455B-948E-1A504E54E0DE}" dt="2025-09-04T05:14:02.533" v="1774" actId="478"/>
          <ac:spMkLst>
            <pc:docMk/>
            <pc:sldMk cId="4155325641" sldId="463"/>
            <ac:spMk id="14" creationId="{837F6487-92C0-44E9-8E34-A950C3B239C0}"/>
          </ac:spMkLst>
        </pc:spChg>
        <pc:spChg chg="del mod">
          <ac:chgData name="Huang, Kai [CZ05]" userId="b605d854-3d96-47fb-8209-b7ba66f1e988" providerId="ADAL" clId="{BEC985BA-9983-455B-948E-1A504E54E0DE}" dt="2025-09-04T05:14:02.533" v="1774" actId="478"/>
          <ac:spMkLst>
            <pc:docMk/>
            <pc:sldMk cId="4155325641" sldId="463"/>
            <ac:spMk id="15" creationId="{F2718791-D2AF-47C4-9C9D-F8D328776E7B}"/>
          </ac:spMkLst>
        </pc:spChg>
        <pc:spChg chg="del mod">
          <ac:chgData name="Huang, Kai [CZ05]" userId="b605d854-3d96-47fb-8209-b7ba66f1e988" providerId="ADAL" clId="{BEC985BA-9983-455B-948E-1A504E54E0DE}" dt="2025-09-04T05:14:02.533" v="1774" actId="478"/>
          <ac:spMkLst>
            <pc:docMk/>
            <pc:sldMk cId="4155325641" sldId="463"/>
            <ac:spMk id="16" creationId="{59805C00-866F-4360-B0F5-F5B0620A7825}"/>
          </ac:spMkLst>
        </pc:spChg>
        <pc:spChg chg="mod">
          <ac:chgData name="Huang, Kai [CZ05]" userId="b605d854-3d96-47fb-8209-b7ba66f1e988" providerId="ADAL" clId="{BEC985BA-9983-455B-948E-1A504E54E0DE}" dt="2025-09-04T02:46:16.647" v="1086" actId="404"/>
          <ac:spMkLst>
            <pc:docMk/>
            <pc:sldMk cId="4155325641" sldId="463"/>
            <ac:spMk id="17" creationId="{B23B69A0-BC78-4D64-A396-81BECAE1EB3C}"/>
          </ac:spMkLst>
        </pc:spChg>
        <pc:spChg chg="mod">
          <ac:chgData name="Huang, Kai [CZ05]" userId="b605d854-3d96-47fb-8209-b7ba66f1e988" providerId="ADAL" clId="{BEC985BA-9983-455B-948E-1A504E54E0DE}" dt="2025-09-04T02:46:16.647" v="1086" actId="404"/>
          <ac:spMkLst>
            <pc:docMk/>
            <pc:sldMk cId="4155325641" sldId="463"/>
            <ac:spMk id="18" creationId="{15BA6FF9-03F7-4783-9549-B4E5F0579557}"/>
          </ac:spMkLst>
        </pc:spChg>
        <pc:spChg chg="add del mod">
          <ac:chgData name="Huang, Kai [CZ05]" userId="b605d854-3d96-47fb-8209-b7ba66f1e988" providerId="ADAL" clId="{BEC985BA-9983-455B-948E-1A504E54E0DE}" dt="2025-09-04T05:14:06.734" v="1775" actId="478"/>
          <ac:spMkLst>
            <pc:docMk/>
            <pc:sldMk cId="4155325641" sldId="463"/>
            <ac:spMk id="20" creationId="{518556E9-DCCC-7E8E-6E3C-82ABBF41C83A}"/>
          </ac:spMkLst>
        </pc:spChg>
        <pc:spChg chg="mod">
          <ac:chgData name="Huang, Kai [CZ05]" userId="b605d854-3d96-47fb-8209-b7ba66f1e988" providerId="ADAL" clId="{BEC985BA-9983-455B-948E-1A504E54E0DE}" dt="2025-09-04T02:46:32.804" v="1096"/>
          <ac:spMkLst>
            <pc:docMk/>
            <pc:sldMk cId="4155325641" sldId="463"/>
            <ac:spMk id="22" creationId="{56016AE3-DC41-4F47-A9D1-321272A5023F}"/>
          </ac:spMkLst>
        </pc:spChg>
        <pc:spChg chg="mod">
          <ac:chgData name="Huang, Kai [CZ05]" userId="b605d854-3d96-47fb-8209-b7ba66f1e988" providerId="ADAL" clId="{BEC985BA-9983-455B-948E-1A504E54E0DE}" dt="2025-09-04T02:46:16.647" v="1086" actId="404"/>
          <ac:spMkLst>
            <pc:docMk/>
            <pc:sldMk cId="4155325641" sldId="463"/>
            <ac:spMk id="23" creationId="{2FE4C8F7-B028-4E3B-ACC9-96FC1DAFF7BE}"/>
          </ac:spMkLst>
        </pc:spChg>
        <pc:spChg chg="add del mod">
          <ac:chgData name="Huang, Kai [CZ05]" userId="b605d854-3d96-47fb-8209-b7ba66f1e988" providerId="ADAL" clId="{BEC985BA-9983-455B-948E-1A504E54E0DE}" dt="2025-09-04T05:14:06.734" v="1775" actId="478"/>
          <ac:spMkLst>
            <pc:docMk/>
            <pc:sldMk cId="4155325641" sldId="463"/>
            <ac:spMk id="24" creationId="{555A6607-D8F1-C2B5-9561-1106F0887A3B}"/>
          </ac:spMkLst>
        </pc:spChg>
        <pc:spChg chg="add del mod">
          <ac:chgData name="Huang, Kai [CZ05]" userId="b605d854-3d96-47fb-8209-b7ba66f1e988" providerId="ADAL" clId="{BEC985BA-9983-455B-948E-1A504E54E0DE}" dt="2025-09-04T05:14:06.734" v="1775" actId="478"/>
          <ac:spMkLst>
            <pc:docMk/>
            <pc:sldMk cId="4155325641" sldId="463"/>
            <ac:spMk id="26" creationId="{B8E099A1-742E-9394-4316-97544800F3A5}"/>
          </ac:spMkLst>
        </pc:spChg>
        <pc:spChg chg="add del mod">
          <ac:chgData name="Huang, Kai [CZ05]" userId="b605d854-3d96-47fb-8209-b7ba66f1e988" providerId="ADAL" clId="{BEC985BA-9983-455B-948E-1A504E54E0DE}" dt="2025-09-04T05:14:06.734" v="1775" actId="478"/>
          <ac:spMkLst>
            <pc:docMk/>
            <pc:sldMk cId="4155325641" sldId="463"/>
            <ac:spMk id="28" creationId="{06C3CE61-6DC0-4EF2-ED11-614DC163DEE4}"/>
          </ac:spMkLst>
        </pc:spChg>
        <pc:graphicFrameChg chg="add mod ord modGraphic">
          <ac:chgData name="Huang, Kai [CZ05]" userId="b605d854-3d96-47fb-8209-b7ba66f1e988" providerId="ADAL" clId="{BEC985BA-9983-455B-948E-1A504E54E0DE}" dt="2025-09-04T05:15:03.491" v="1782" actId="167"/>
          <ac:graphicFrameMkLst>
            <pc:docMk/>
            <pc:sldMk cId="4155325641" sldId="463"/>
            <ac:graphicFrameMk id="29" creationId="{937725B8-FFD8-EDEA-9795-EC8719F81A8E}"/>
          </ac:graphicFrameMkLst>
        </pc:graphicFrameChg>
        <pc:cxnChg chg="add del">
          <ac:chgData name="Huang, Kai [CZ05]" userId="b605d854-3d96-47fb-8209-b7ba66f1e988" providerId="ADAL" clId="{BEC985BA-9983-455B-948E-1A504E54E0DE}" dt="2025-09-04T03:57:24.222" v="1417" actId="478"/>
          <ac:cxnSpMkLst>
            <pc:docMk/>
            <pc:sldMk cId="4155325641" sldId="463"/>
            <ac:cxnSpMk id="7" creationId="{5050ABA8-ACB8-3B36-F070-AA71E83E3F3A}"/>
          </ac:cxnSpMkLst>
        </pc:cxnChg>
      </pc:sldChg>
      <pc:sldChg chg="addSp delSp modSp add mod ord modShow">
        <pc:chgData name="Huang, Kai [CZ05]" userId="b605d854-3d96-47fb-8209-b7ba66f1e988" providerId="ADAL" clId="{BEC985BA-9983-455B-948E-1A504E54E0DE}" dt="2025-09-04T05:19:18.857" v="1793" actId="729"/>
        <pc:sldMkLst>
          <pc:docMk/>
          <pc:sldMk cId="1993537940" sldId="464"/>
        </pc:sldMkLst>
        <pc:spChg chg="add del mod">
          <ac:chgData name="Huang, Kai [CZ05]" userId="b605d854-3d96-47fb-8209-b7ba66f1e988" providerId="ADAL" clId="{BEC985BA-9983-455B-948E-1A504E54E0DE}" dt="2025-09-04T02:44:07.326" v="1061" actId="478"/>
          <ac:spMkLst>
            <pc:docMk/>
            <pc:sldMk cId="1993537940" sldId="464"/>
            <ac:spMk id="5" creationId="{EDDA3B99-8B9F-CD8A-DBAC-95317B1B5281}"/>
          </ac:spMkLst>
        </pc:spChg>
        <pc:spChg chg="add del mod">
          <ac:chgData name="Huang, Kai [CZ05]" userId="b605d854-3d96-47fb-8209-b7ba66f1e988" providerId="ADAL" clId="{BEC985BA-9983-455B-948E-1A504E54E0DE}" dt="2025-09-04T02:44:07.326" v="1061" actId="478"/>
          <ac:spMkLst>
            <pc:docMk/>
            <pc:sldMk cId="1993537940" sldId="464"/>
            <ac:spMk id="7" creationId="{12867E26-DFFB-139E-0F08-5830E2A32984}"/>
          </ac:spMkLst>
        </pc:spChg>
        <pc:spChg chg="add del mod">
          <ac:chgData name="Huang, Kai [CZ05]" userId="b605d854-3d96-47fb-8209-b7ba66f1e988" providerId="ADAL" clId="{BEC985BA-9983-455B-948E-1A504E54E0DE}" dt="2025-09-04T02:44:07.326" v="1061" actId="478"/>
          <ac:spMkLst>
            <pc:docMk/>
            <pc:sldMk cId="1993537940" sldId="464"/>
            <ac:spMk id="8" creationId="{DAAA1062-7A2E-5CDC-87FD-3D960E7DAEAE}"/>
          </ac:spMkLst>
        </pc:spChg>
        <pc:spChg chg="add del mod">
          <ac:chgData name="Huang, Kai [CZ05]" userId="b605d854-3d96-47fb-8209-b7ba66f1e988" providerId="ADAL" clId="{BEC985BA-9983-455B-948E-1A504E54E0DE}" dt="2025-09-04T02:44:07.326" v="1061" actId="478"/>
          <ac:spMkLst>
            <pc:docMk/>
            <pc:sldMk cId="1993537940" sldId="464"/>
            <ac:spMk id="9" creationId="{7CCEA42F-9634-13CA-76EA-92F0A6631B79}"/>
          </ac:spMkLst>
        </pc:spChg>
        <pc:graphicFrameChg chg="mod modGraphic">
          <ac:chgData name="Huang, Kai [CZ05]" userId="b605d854-3d96-47fb-8209-b7ba66f1e988" providerId="ADAL" clId="{BEC985BA-9983-455B-948E-1A504E54E0DE}" dt="2025-09-04T02:44:11.965" v="1062" actId="113"/>
          <ac:graphicFrameMkLst>
            <pc:docMk/>
            <pc:sldMk cId="1993537940" sldId="464"/>
            <ac:graphicFrameMk id="6" creationId="{FE6E70E1-1D5D-5F45-BE93-A195DBA8F705}"/>
          </ac:graphicFrameMkLst>
        </pc:graphicFrameChg>
      </pc:sldChg>
      <pc:sldChg chg="addSp delSp modSp add mod">
        <pc:chgData name="Huang, Kai [CZ05]" userId="b605d854-3d96-47fb-8209-b7ba66f1e988" providerId="ADAL" clId="{BEC985BA-9983-455B-948E-1A504E54E0DE}" dt="2025-09-04T05:15:17.106" v="1784" actId="20577"/>
        <pc:sldMkLst>
          <pc:docMk/>
          <pc:sldMk cId="1669955661" sldId="465"/>
        </pc:sldMkLst>
        <pc:spChg chg="add mod">
          <ac:chgData name="Huang, Kai [CZ05]" userId="b605d854-3d96-47fb-8209-b7ba66f1e988" providerId="ADAL" clId="{BEC985BA-9983-455B-948E-1A504E54E0DE}" dt="2025-09-04T04:16:19.017" v="1632"/>
          <ac:spMkLst>
            <pc:docMk/>
            <pc:sldMk cId="1669955661" sldId="465"/>
            <ac:spMk id="2" creationId="{6A712444-255D-A346-C8EC-2BF4DF3EF186}"/>
          </ac:spMkLst>
        </pc:spChg>
        <pc:spChg chg="del mod">
          <ac:chgData name="Huang, Kai [CZ05]" userId="b605d854-3d96-47fb-8209-b7ba66f1e988" providerId="ADAL" clId="{BEC985BA-9983-455B-948E-1A504E54E0DE}" dt="2025-09-04T04:24:41.898" v="1751" actId="478"/>
          <ac:spMkLst>
            <pc:docMk/>
            <pc:sldMk cId="1669955661" sldId="465"/>
            <ac:spMk id="4" creationId="{06B35E74-4DCD-34FE-F34A-AFEE596A99D4}"/>
          </ac:spMkLst>
        </pc:spChg>
        <pc:spChg chg="add del mod">
          <ac:chgData name="Huang, Kai [CZ05]" userId="b605d854-3d96-47fb-8209-b7ba66f1e988" providerId="ADAL" clId="{BEC985BA-9983-455B-948E-1A504E54E0DE}" dt="2025-09-04T04:15:19.899" v="1621" actId="478"/>
          <ac:spMkLst>
            <pc:docMk/>
            <pc:sldMk cId="1669955661" sldId="465"/>
            <ac:spMk id="5" creationId="{3B1FDD8C-F2DC-FA6E-2A9B-6011F8229E31}"/>
          </ac:spMkLst>
        </pc:spChg>
        <pc:spChg chg="add mod">
          <ac:chgData name="Huang, Kai [CZ05]" userId="b605d854-3d96-47fb-8209-b7ba66f1e988" providerId="ADAL" clId="{BEC985BA-9983-455B-948E-1A504E54E0DE}" dt="2025-09-04T04:25:42.416" v="1769" actId="1036"/>
          <ac:spMkLst>
            <pc:docMk/>
            <pc:sldMk cId="1669955661" sldId="465"/>
            <ac:spMk id="6" creationId="{070B11C4-3BCF-A424-5168-348766B51966}"/>
          </ac:spMkLst>
        </pc:spChg>
        <pc:spChg chg="add mod">
          <ac:chgData name="Huang, Kai [CZ05]" userId="b605d854-3d96-47fb-8209-b7ba66f1e988" providerId="ADAL" clId="{BEC985BA-9983-455B-948E-1A504E54E0DE}" dt="2025-09-04T04:18:02.659" v="1668" actId="1076"/>
          <ac:spMkLst>
            <pc:docMk/>
            <pc:sldMk cId="1669955661" sldId="465"/>
            <ac:spMk id="7" creationId="{9DAB1F46-B960-4C3C-61FA-B212C2E7B86E}"/>
          </ac:spMkLst>
        </pc:spChg>
        <pc:spChg chg="mod">
          <ac:chgData name="Huang, Kai [CZ05]" userId="b605d854-3d96-47fb-8209-b7ba66f1e988" providerId="ADAL" clId="{BEC985BA-9983-455B-948E-1A504E54E0DE}" dt="2025-09-04T05:15:17.106" v="1784" actId="20577"/>
          <ac:spMkLst>
            <pc:docMk/>
            <pc:sldMk cId="1669955661" sldId="465"/>
            <ac:spMk id="10" creationId="{2F2305B4-2AF2-421D-4661-1416C7DBB3EB}"/>
          </ac:spMkLst>
        </pc:spChg>
        <pc:spChg chg="mod">
          <ac:chgData name="Huang, Kai [CZ05]" userId="b605d854-3d96-47fb-8209-b7ba66f1e988" providerId="ADAL" clId="{BEC985BA-9983-455B-948E-1A504E54E0DE}" dt="2025-09-04T04:00:49.093" v="1457"/>
          <ac:spMkLst>
            <pc:docMk/>
            <pc:sldMk cId="1669955661" sldId="465"/>
            <ac:spMk id="11" creationId="{72A07763-CABC-97AF-0707-0BBF6B3AE877}"/>
          </ac:spMkLst>
        </pc:spChg>
        <pc:spChg chg="mod">
          <ac:chgData name="Huang, Kai [CZ05]" userId="b605d854-3d96-47fb-8209-b7ba66f1e988" providerId="ADAL" clId="{BEC985BA-9983-455B-948E-1A504E54E0DE}" dt="2025-09-04T04:11:46.001" v="1582" actId="14100"/>
          <ac:spMkLst>
            <pc:docMk/>
            <pc:sldMk cId="1669955661" sldId="465"/>
            <ac:spMk id="13" creationId="{D0BC7A0A-AA72-E24A-8C3D-34BDE065F272}"/>
          </ac:spMkLst>
        </pc:spChg>
        <pc:spChg chg="del">
          <ac:chgData name="Huang, Kai [CZ05]" userId="b605d854-3d96-47fb-8209-b7ba66f1e988" providerId="ADAL" clId="{BEC985BA-9983-455B-948E-1A504E54E0DE}" dt="2025-09-04T04:15:15.817" v="1620" actId="478"/>
          <ac:spMkLst>
            <pc:docMk/>
            <pc:sldMk cId="1669955661" sldId="465"/>
            <ac:spMk id="14" creationId="{63CC3738-72FF-596A-94CA-2361C59F2F4D}"/>
          </ac:spMkLst>
        </pc:spChg>
        <pc:spChg chg="del">
          <ac:chgData name="Huang, Kai [CZ05]" userId="b605d854-3d96-47fb-8209-b7ba66f1e988" providerId="ADAL" clId="{BEC985BA-9983-455B-948E-1A504E54E0DE}" dt="2025-09-04T04:17:54.565" v="1666" actId="478"/>
          <ac:spMkLst>
            <pc:docMk/>
            <pc:sldMk cId="1669955661" sldId="465"/>
            <ac:spMk id="15" creationId="{83BC615D-2486-E507-EBA7-DC040C9239E9}"/>
          </ac:spMkLst>
        </pc:spChg>
        <pc:spChg chg="del">
          <ac:chgData name="Huang, Kai [CZ05]" userId="b605d854-3d96-47fb-8209-b7ba66f1e988" providerId="ADAL" clId="{BEC985BA-9983-455B-948E-1A504E54E0DE}" dt="2025-09-04T04:19:29.619" v="1706" actId="478"/>
          <ac:spMkLst>
            <pc:docMk/>
            <pc:sldMk cId="1669955661" sldId="465"/>
            <ac:spMk id="16" creationId="{9B0F314F-E245-5AF9-4681-1EDB64A621D1}"/>
          </ac:spMkLst>
        </pc:spChg>
        <pc:spChg chg="mod">
          <ac:chgData name="Huang, Kai [CZ05]" userId="b605d854-3d96-47fb-8209-b7ba66f1e988" providerId="ADAL" clId="{BEC985BA-9983-455B-948E-1A504E54E0DE}" dt="2025-09-04T04:06:28.341" v="1549" actId="403"/>
          <ac:spMkLst>
            <pc:docMk/>
            <pc:sldMk cId="1669955661" sldId="465"/>
            <ac:spMk id="17" creationId="{914AAFCC-A13A-4107-DD00-952E144CC894}"/>
          </ac:spMkLst>
        </pc:spChg>
        <pc:spChg chg="mod">
          <ac:chgData name="Huang, Kai [CZ05]" userId="b605d854-3d96-47fb-8209-b7ba66f1e988" providerId="ADAL" clId="{BEC985BA-9983-455B-948E-1A504E54E0DE}" dt="2025-09-04T04:06:14.524" v="1546" actId="20577"/>
          <ac:spMkLst>
            <pc:docMk/>
            <pc:sldMk cId="1669955661" sldId="465"/>
            <ac:spMk id="18" creationId="{61EBFC87-81A8-84BB-49E1-E391FC7C154C}"/>
          </ac:spMkLst>
        </pc:spChg>
        <pc:spChg chg="add del mod">
          <ac:chgData name="Huang, Kai [CZ05]" userId="b605d854-3d96-47fb-8209-b7ba66f1e988" providerId="ADAL" clId="{BEC985BA-9983-455B-948E-1A504E54E0DE}" dt="2025-09-04T04:17:57.483" v="1667" actId="478"/>
          <ac:spMkLst>
            <pc:docMk/>
            <pc:sldMk cId="1669955661" sldId="465"/>
            <ac:spMk id="20" creationId="{7FBB017A-02AB-17A1-498C-44941C4F0F83}"/>
          </ac:spMkLst>
        </pc:spChg>
        <pc:spChg chg="add mod">
          <ac:chgData name="Huang, Kai [CZ05]" userId="b605d854-3d96-47fb-8209-b7ba66f1e988" providerId="ADAL" clId="{BEC985BA-9983-455B-948E-1A504E54E0DE}" dt="2025-09-04T04:25:42.416" v="1769" actId="1036"/>
          <ac:spMkLst>
            <pc:docMk/>
            <pc:sldMk cId="1669955661" sldId="465"/>
            <ac:spMk id="21" creationId="{D03585A3-D143-07B0-CE74-8BB92CEAD1EC}"/>
          </ac:spMkLst>
        </pc:spChg>
        <pc:spChg chg="mod">
          <ac:chgData name="Huang, Kai [CZ05]" userId="b605d854-3d96-47fb-8209-b7ba66f1e988" providerId="ADAL" clId="{BEC985BA-9983-455B-948E-1A504E54E0DE}" dt="2025-09-04T04:04:49.331" v="1530" actId="404"/>
          <ac:spMkLst>
            <pc:docMk/>
            <pc:sldMk cId="1669955661" sldId="465"/>
            <ac:spMk id="22" creationId="{44731B31-0A6E-F379-8E4C-CA48D5511363}"/>
          </ac:spMkLst>
        </pc:spChg>
        <pc:spChg chg="mod">
          <ac:chgData name="Huang, Kai [CZ05]" userId="b605d854-3d96-47fb-8209-b7ba66f1e988" providerId="ADAL" clId="{BEC985BA-9983-455B-948E-1A504E54E0DE}" dt="2025-09-04T04:06:40.860" v="1552"/>
          <ac:spMkLst>
            <pc:docMk/>
            <pc:sldMk cId="1669955661" sldId="465"/>
            <ac:spMk id="23" creationId="{C0ABA8C1-C7C8-AEAA-E2EE-805C955A5E19}"/>
          </ac:spMkLst>
        </pc:spChg>
        <pc:spChg chg="add mod">
          <ac:chgData name="Huang, Kai [CZ05]" userId="b605d854-3d96-47fb-8209-b7ba66f1e988" providerId="ADAL" clId="{BEC985BA-9983-455B-948E-1A504E54E0DE}" dt="2025-09-04T04:19:38.248" v="1708" actId="1076"/>
          <ac:spMkLst>
            <pc:docMk/>
            <pc:sldMk cId="1669955661" sldId="465"/>
            <ac:spMk id="24" creationId="{87F40DB2-4D4B-FC4D-D3EF-9977F3875863}"/>
          </ac:spMkLst>
        </pc:spChg>
        <pc:spChg chg="add del mod">
          <ac:chgData name="Huang, Kai [CZ05]" userId="b605d854-3d96-47fb-8209-b7ba66f1e988" providerId="ADAL" clId="{BEC985BA-9983-455B-948E-1A504E54E0DE}" dt="2025-09-04T04:19:32.435" v="1707" actId="478"/>
          <ac:spMkLst>
            <pc:docMk/>
            <pc:sldMk cId="1669955661" sldId="465"/>
            <ac:spMk id="26" creationId="{5E74D79A-A8C4-3EA4-FC68-9C6C9A5FD0D1}"/>
          </ac:spMkLst>
        </pc:spChg>
        <pc:spChg chg="add mod">
          <ac:chgData name="Huang, Kai [CZ05]" userId="b605d854-3d96-47fb-8209-b7ba66f1e988" providerId="ADAL" clId="{BEC985BA-9983-455B-948E-1A504E54E0DE}" dt="2025-09-04T04:25:42.416" v="1769" actId="1036"/>
          <ac:spMkLst>
            <pc:docMk/>
            <pc:sldMk cId="1669955661" sldId="465"/>
            <ac:spMk id="27" creationId="{67E4748B-EF49-3B0E-0533-22890E29966E}"/>
          </ac:spMkLst>
        </pc:spChg>
        <pc:spChg chg="add mod ord">
          <ac:chgData name="Huang, Kai [CZ05]" userId="b605d854-3d96-47fb-8209-b7ba66f1e988" providerId="ADAL" clId="{BEC985BA-9983-455B-948E-1A504E54E0DE}" dt="2025-09-04T04:25:42.416" v="1769" actId="1036"/>
          <ac:spMkLst>
            <pc:docMk/>
            <pc:sldMk cId="1669955661" sldId="465"/>
            <ac:spMk id="28" creationId="{5680E8FE-DEFD-A8BC-14C6-B3630D1720C7}"/>
          </ac:spMkLst>
        </pc:spChg>
        <pc:spChg chg="add mod">
          <ac:chgData name="Huang, Kai [CZ05]" userId="b605d854-3d96-47fb-8209-b7ba66f1e988" providerId="ADAL" clId="{BEC985BA-9983-455B-948E-1A504E54E0DE}" dt="2025-09-04T04:25:42.416" v="1769" actId="1036"/>
          <ac:spMkLst>
            <pc:docMk/>
            <pc:sldMk cId="1669955661" sldId="465"/>
            <ac:spMk id="29" creationId="{95845C8D-4082-392A-B22E-81E735B828CE}"/>
          </ac:spMkLst>
        </pc:spChg>
        <pc:spChg chg="add mod ord">
          <ac:chgData name="Huang, Kai [CZ05]" userId="b605d854-3d96-47fb-8209-b7ba66f1e988" providerId="ADAL" clId="{BEC985BA-9983-455B-948E-1A504E54E0DE}" dt="2025-09-04T04:25:29.216" v="1757" actId="167"/>
          <ac:spMkLst>
            <pc:docMk/>
            <pc:sldMk cId="1669955661" sldId="465"/>
            <ac:spMk id="30" creationId="{EE43CFCE-3878-E0BB-8926-97BB4A89AA24}"/>
          </ac:spMkLst>
        </pc:spChg>
      </pc:sldChg>
      <pc:sldChg chg="addSp delSp modSp new del mod modClrScheme chgLayout">
        <pc:chgData name="Huang, Kai [CZ05]" userId="b605d854-3d96-47fb-8209-b7ba66f1e988" providerId="ADAL" clId="{BEC985BA-9983-455B-948E-1A504E54E0DE}" dt="2025-09-04T05:15:21.987" v="1786" actId="47"/>
        <pc:sldMkLst>
          <pc:docMk/>
          <pc:sldMk cId="1117818349" sldId="466"/>
        </pc:sldMkLst>
        <pc:spChg chg="del mod ord">
          <ac:chgData name="Huang, Kai [CZ05]" userId="b605d854-3d96-47fb-8209-b7ba66f1e988" providerId="ADAL" clId="{BEC985BA-9983-455B-948E-1A504E54E0DE}" dt="2025-09-04T05:02:41.997" v="1773" actId="700"/>
          <ac:spMkLst>
            <pc:docMk/>
            <pc:sldMk cId="1117818349" sldId="466"/>
            <ac:spMk id="2" creationId="{D3CF2209-DE9A-15FA-EDD2-5F01EDF0442A}"/>
          </ac:spMkLst>
        </pc:spChg>
        <pc:spChg chg="del mod ord">
          <ac:chgData name="Huang, Kai [CZ05]" userId="b605d854-3d96-47fb-8209-b7ba66f1e988" providerId="ADAL" clId="{BEC985BA-9983-455B-948E-1A504E54E0DE}" dt="2025-09-04T05:02:41.997" v="1773" actId="700"/>
          <ac:spMkLst>
            <pc:docMk/>
            <pc:sldMk cId="1117818349" sldId="466"/>
            <ac:spMk id="3" creationId="{D15A7F4F-6E7D-194E-D692-29205D4B30DA}"/>
          </ac:spMkLst>
        </pc:spChg>
        <pc:spChg chg="del">
          <ac:chgData name="Huang, Kai [CZ05]" userId="b605d854-3d96-47fb-8209-b7ba66f1e988" providerId="ADAL" clId="{BEC985BA-9983-455B-948E-1A504E54E0DE}" dt="2025-09-04T05:02:41.997" v="1773" actId="700"/>
          <ac:spMkLst>
            <pc:docMk/>
            <pc:sldMk cId="1117818349" sldId="466"/>
            <ac:spMk id="4" creationId="{309FFAC4-A714-20FD-D608-49C253930F9B}"/>
          </ac:spMkLst>
        </pc:spChg>
        <pc:spChg chg="del">
          <ac:chgData name="Huang, Kai [CZ05]" userId="b605d854-3d96-47fb-8209-b7ba66f1e988" providerId="ADAL" clId="{BEC985BA-9983-455B-948E-1A504E54E0DE}" dt="2025-09-04T05:02:41.997" v="1773" actId="700"/>
          <ac:spMkLst>
            <pc:docMk/>
            <pc:sldMk cId="1117818349" sldId="466"/>
            <ac:spMk id="5" creationId="{2610D462-0B98-2DDF-5C76-7C0C208239EB}"/>
          </ac:spMkLst>
        </pc:spChg>
        <pc:spChg chg="del">
          <ac:chgData name="Huang, Kai [CZ05]" userId="b605d854-3d96-47fb-8209-b7ba66f1e988" providerId="ADAL" clId="{BEC985BA-9983-455B-948E-1A504E54E0DE}" dt="2025-09-04T05:02:41.997" v="1773" actId="700"/>
          <ac:spMkLst>
            <pc:docMk/>
            <pc:sldMk cId="1117818349" sldId="466"/>
            <ac:spMk id="6" creationId="{D31D5963-AECC-F2DC-0F2C-1561AF42F850}"/>
          </ac:spMkLst>
        </pc:spChg>
        <pc:spChg chg="del">
          <ac:chgData name="Huang, Kai [CZ05]" userId="b605d854-3d96-47fb-8209-b7ba66f1e988" providerId="ADAL" clId="{BEC985BA-9983-455B-948E-1A504E54E0DE}" dt="2025-09-04T05:02:41.997" v="1773" actId="700"/>
          <ac:spMkLst>
            <pc:docMk/>
            <pc:sldMk cId="1117818349" sldId="466"/>
            <ac:spMk id="7" creationId="{020CCFFE-52C0-F3B8-598B-3A445B8763E4}"/>
          </ac:spMkLst>
        </pc:spChg>
        <pc:spChg chg="del mod ord">
          <ac:chgData name="Huang, Kai [CZ05]" userId="b605d854-3d96-47fb-8209-b7ba66f1e988" providerId="ADAL" clId="{BEC985BA-9983-455B-948E-1A504E54E0DE}" dt="2025-09-04T05:02:41.997" v="1773" actId="700"/>
          <ac:spMkLst>
            <pc:docMk/>
            <pc:sldMk cId="1117818349" sldId="466"/>
            <ac:spMk id="8" creationId="{82F11B6D-559C-0044-7089-8701EE5A9207}"/>
          </ac:spMkLst>
        </pc:spChg>
        <pc:spChg chg="add mod ord">
          <ac:chgData name="Huang, Kai [CZ05]" userId="b605d854-3d96-47fb-8209-b7ba66f1e988" providerId="ADAL" clId="{BEC985BA-9983-455B-948E-1A504E54E0DE}" dt="2025-09-04T05:02:41.997" v="1773" actId="700"/>
          <ac:spMkLst>
            <pc:docMk/>
            <pc:sldMk cId="1117818349" sldId="466"/>
            <ac:spMk id="9" creationId="{D0351B2A-6772-812E-3154-BA9812D6FDE6}"/>
          </ac:spMkLst>
        </pc:spChg>
        <pc:spChg chg="add mod ord">
          <ac:chgData name="Huang, Kai [CZ05]" userId="b605d854-3d96-47fb-8209-b7ba66f1e988" providerId="ADAL" clId="{BEC985BA-9983-455B-948E-1A504E54E0DE}" dt="2025-09-04T05:02:41.997" v="1773" actId="700"/>
          <ac:spMkLst>
            <pc:docMk/>
            <pc:sldMk cId="1117818349" sldId="466"/>
            <ac:spMk id="10" creationId="{A34C82CC-41BE-05EB-F92C-F8349FA56A09}"/>
          </ac:spMkLst>
        </pc:spChg>
        <pc:spChg chg="add mod ord">
          <ac:chgData name="Huang, Kai [CZ05]" userId="b605d854-3d96-47fb-8209-b7ba66f1e988" providerId="ADAL" clId="{BEC985BA-9983-455B-948E-1A504E54E0DE}" dt="2025-09-04T05:02:41.997" v="1773" actId="700"/>
          <ac:spMkLst>
            <pc:docMk/>
            <pc:sldMk cId="1117818349" sldId="466"/>
            <ac:spMk id="11" creationId="{10D303C3-B3FE-CF57-B199-4642C876E8FE}"/>
          </ac:spMkLst>
        </pc:spChg>
      </pc:sldChg>
      <pc:sldChg chg="add del">
        <pc:chgData name="Huang, Kai [CZ05]" userId="b605d854-3d96-47fb-8209-b7ba66f1e988" providerId="ADAL" clId="{BEC985BA-9983-455B-948E-1A504E54E0DE}" dt="2025-09-04T05:02:34.682" v="1771" actId="47"/>
        <pc:sldMkLst>
          <pc:docMk/>
          <pc:sldMk cId="2004818455" sldId="466"/>
        </pc:sldMkLst>
      </pc:sldChg>
      <pc:sldChg chg="addSp delSp modSp add mod">
        <pc:chgData name="Huang, Kai [CZ05]" userId="b605d854-3d96-47fb-8209-b7ba66f1e988" providerId="ADAL" clId="{BEC985BA-9983-455B-948E-1A504E54E0DE}" dt="2025-09-04T05:57:26.292" v="2250" actId="14100"/>
        <pc:sldMkLst>
          <pc:docMk/>
          <pc:sldMk cId="928826409" sldId="467"/>
        </pc:sldMkLst>
        <pc:spChg chg="add del mod">
          <ac:chgData name="Huang, Kai [CZ05]" userId="b605d854-3d96-47fb-8209-b7ba66f1e988" providerId="ADAL" clId="{BEC985BA-9983-455B-948E-1A504E54E0DE}" dt="2025-09-04T05:15:32.547" v="1788" actId="478"/>
          <ac:spMkLst>
            <pc:docMk/>
            <pc:sldMk cId="928826409" sldId="467"/>
            <ac:spMk id="4" creationId="{33EA1112-317B-A126-E712-9D4D4200D7F0}"/>
          </ac:spMkLst>
        </pc:spChg>
        <pc:spChg chg="add mod">
          <ac:chgData name="Huang, Kai [CZ05]" userId="b605d854-3d96-47fb-8209-b7ba66f1e988" providerId="ADAL" clId="{BEC985BA-9983-455B-948E-1A504E54E0DE}" dt="2025-09-04T05:57:03.705" v="2248" actId="1076"/>
          <ac:spMkLst>
            <pc:docMk/>
            <pc:sldMk cId="928826409" sldId="467"/>
            <ac:spMk id="5" creationId="{3E003843-A015-EBED-D56F-F340D135AFA8}"/>
          </ac:spMkLst>
        </pc:spChg>
        <pc:spChg chg="del">
          <ac:chgData name="Huang, Kai [CZ05]" userId="b605d854-3d96-47fb-8209-b7ba66f1e988" providerId="ADAL" clId="{BEC985BA-9983-455B-948E-1A504E54E0DE}" dt="2025-09-04T05:15:30.301" v="1787" actId="478"/>
          <ac:spMkLst>
            <pc:docMk/>
            <pc:sldMk cId="928826409" sldId="467"/>
            <ac:spMk id="6" creationId="{BDB807CB-C807-38CE-1D74-B48D501E8479}"/>
          </ac:spMkLst>
        </pc:spChg>
        <pc:spChg chg="mod">
          <ac:chgData name="Huang, Kai [CZ05]" userId="b605d854-3d96-47fb-8209-b7ba66f1e988" providerId="ADAL" clId="{BEC985BA-9983-455B-948E-1A504E54E0DE}" dt="2025-09-04T05:18:14.046" v="1791" actId="20577"/>
          <ac:spMkLst>
            <pc:docMk/>
            <pc:sldMk cId="928826409" sldId="467"/>
            <ac:spMk id="11" creationId="{199699DE-35DE-C76E-27FC-0C85F47B5114}"/>
          </ac:spMkLst>
        </pc:spChg>
        <pc:spChg chg="del">
          <ac:chgData name="Huang, Kai [CZ05]" userId="b605d854-3d96-47fb-8209-b7ba66f1e988" providerId="ADAL" clId="{BEC985BA-9983-455B-948E-1A504E54E0DE}" dt="2025-09-04T05:30:24.873" v="2000" actId="478"/>
          <ac:spMkLst>
            <pc:docMk/>
            <pc:sldMk cId="928826409" sldId="467"/>
            <ac:spMk id="12" creationId="{77C40731-6BDF-A840-74DD-2048A0288167}"/>
          </ac:spMkLst>
        </pc:spChg>
        <pc:spChg chg="del">
          <ac:chgData name="Huang, Kai [CZ05]" userId="b605d854-3d96-47fb-8209-b7ba66f1e988" providerId="ADAL" clId="{BEC985BA-9983-455B-948E-1A504E54E0DE}" dt="2025-09-04T05:15:30.301" v="1787" actId="478"/>
          <ac:spMkLst>
            <pc:docMk/>
            <pc:sldMk cId="928826409" sldId="467"/>
            <ac:spMk id="13" creationId="{627315C7-DEA6-A0E2-91D2-D30DD0FF122F}"/>
          </ac:spMkLst>
        </pc:spChg>
        <pc:spChg chg="add mod">
          <ac:chgData name="Huang, Kai [CZ05]" userId="b605d854-3d96-47fb-8209-b7ba66f1e988" providerId="ADAL" clId="{BEC985BA-9983-455B-948E-1A504E54E0DE}" dt="2025-09-04T05:57:21.523" v="2249" actId="1076"/>
          <ac:spMkLst>
            <pc:docMk/>
            <pc:sldMk cId="928826409" sldId="467"/>
            <ac:spMk id="14" creationId="{327A2CA0-B59C-A1F5-F8AF-6FAA755A4467}"/>
          </ac:spMkLst>
        </pc:spChg>
        <pc:spChg chg="add mod">
          <ac:chgData name="Huang, Kai [CZ05]" userId="b605d854-3d96-47fb-8209-b7ba66f1e988" providerId="ADAL" clId="{BEC985BA-9983-455B-948E-1A504E54E0DE}" dt="2025-09-04T05:57:03.705" v="2248" actId="1076"/>
          <ac:spMkLst>
            <pc:docMk/>
            <pc:sldMk cId="928826409" sldId="467"/>
            <ac:spMk id="15" creationId="{4C2B3B90-B73E-0D65-240B-C459E1B1C350}"/>
          </ac:spMkLst>
        </pc:spChg>
        <pc:spChg chg="add mod">
          <ac:chgData name="Huang, Kai [CZ05]" userId="b605d854-3d96-47fb-8209-b7ba66f1e988" providerId="ADAL" clId="{BEC985BA-9983-455B-948E-1A504E54E0DE}" dt="2025-09-04T05:45:54.232" v="2171" actId="1076"/>
          <ac:spMkLst>
            <pc:docMk/>
            <pc:sldMk cId="928826409" sldId="467"/>
            <ac:spMk id="16" creationId="{3A3FD017-1064-F49C-8154-93B8C586C71B}"/>
          </ac:spMkLst>
        </pc:spChg>
        <pc:spChg chg="del">
          <ac:chgData name="Huang, Kai [CZ05]" userId="b605d854-3d96-47fb-8209-b7ba66f1e988" providerId="ADAL" clId="{BEC985BA-9983-455B-948E-1A504E54E0DE}" dt="2025-09-04T05:15:30.301" v="1787" actId="478"/>
          <ac:spMkLst>
            <pc:docMk/>
            <pc:sldMk cId="928826409" sldId="467"/>
            <ac:spMk id="17" creationId="{CFC1C604-EA09-AAAC-CF0F-C1FC75A71B6B}"/>
          </ac:spMkLst>
        </pc:spChg>
        <pc:spChg chg="add mod">
          <ac:chgData name="Huang, Kai [CZ05]" userId="b605d854-3d96-47fb-8209-b7ba66f1e988" providerId="ADAL" clId="{BEC985BA-9983-455B-948E-1A504E54E0DE}" dt="2025-09-04T05:57:26.292" v="2250" actId="14100"/>
          <ac:spMkLst>
            <pc:docMk/>
            <pc:sldMk cId="928826409" sldId="467"/>
            <ac:spMk id="19" creationId="{A4B3A676-D3B5-9452-D36E-78921231BE68}"/>
          </ac:spMkLst>
        </pc:spChg>
        <pc:spChg chg="del">
          <ac:chgData name="Huang, Kai [CZ05]" userId="b605d854-3d96-47fb-8209-b7ba66f1e988" providerId="ADAL" clId="{BEC985BA-9983-455B-948E-1A504E54E0DE}" dt="2025-09-04T05:15:30.301" v="1787" actId="478"/>
          <ac:spMkLst>
            <pc:docMk/>
            <pc:sldMk cId="928826409" sldId="467"/>
            <ac:spMk id="21" creationId="{AB053BB4-85A2-B88B-597D-56F3E806FBE5}"/>
          </ac:spMkLst>
        </pc:spChg>
        <pc:spChg chg="del">
          <ac:chgData name="Huang, Kai [CZ05]" userId="b605d854-3d96-47fb-8209-b7ba66f1e988" providerId="ADAL" clId="{BEC985BA-9983-455B-948E-1A504E54E0DE}" dt="2025-09-04T05:15:30.301" v="1787" actId="478"/>
          <ac:spMkLst>
            <pc:docMk/>
            <pc:sldMk cId="928826409" sldId="467"/>
            <ac:spMk id="22" creationId="{51EF1204-0C36-E9A1-D917-DAE8E9C2DBBC}"/>
          </ac:spMkLst>
        </pc:spChg>
        <pc:spChg chg="del">
          <ac:chgData name="Huang, Kai [CZ05]" userId="b605d854-3d96-47fb-8209-b7ba66f1e988" providerId="ADAL" clId="{BEC985BA-9983-455B-948E-1A504E54E0DE}" dt="2025-09-04T05:15:30.301" v="1787" actId="478"/>
          <ac:spMkLst>
            <pc:docMk/>
            <pc:sldMk cId="928826409" sldId="467"/>
            <ac:spMk id="23" creationId="{4E003ADE-7297-5286-358D-DEE20BB9A5E8}"/>
          </ac:spMkLst>
        </pc:spChg>
        <pc:spChg chg="del">
          <ac:chgData name="Huang, Kai [CZ05]" userId="b605d854-3d96-47fb-8209-b7ba66f1e988" providerId="ADAL" clId="{BEC985BA-9983-455B-948E-1A504E54E0DE}" dt="2025-09-04T05:15:30.301" v="1787" actId="478"/>
          <ac:spMkLst>
            <pc:docMk/>
            <pc:sldMk cId="928826409" sldId="467"/>
            <ac:spMk id="24" creationId="{9CC2162A-DB5A-FB06-2BE1-2A2D6430DF19}"/>
          </ac:spMkLst>
        </pc:spChg>
        <pc:spChg chg="del">
          <ac:chgData name="Huang, Kai [CZ05]" userId="b605d854-3d96-47fb-8209-b7ba66f1e988" providerId="ADAL" clId="{BEC985BA-9983-455B-948E-1A504E54E0DE}" dt="2025-09-04T05:15:30.301" v="1787" actId="478"/>
          <ac:spMkLst>
            <pc:docMk/>
            <pc:sldMk cId="928826409" sldId="467"/>
            <ac:spMk id="28" creationId="{AD86F397-AFD7-1680-508F-7CC5A59AD3CF}"/>
          </ac:spMkLst>
        </pc:spChg>
        <pc:spChg chg="del">
          <ac:chgData name="Huang, Kai [CZ05]" userId="b605d854-3d96-47fb-8209-b7ba66f1e988" providerId="ADAL" clId="{BEC985BA-9983-455B-948E-1A504E54E0DE}" dt="2025-09-04T05:15:30.301" v="1787" actId="478"/>
          <ac:spMkLst>
            <pc:docMk/>
            <pc:sldMk cId="928826409" sldId="467"/>
            <ac:spMk id="30" creationId="{8AD67467-84BB-5F7F-E3A6-BAD308C6A86C}"/>
          </ac:spMkLst>
        </pc:spChg>
        <pc:spChg chg="add del mod">
          <ac:chgData name="Huang, Kai [CZ05]" userId="b605d854-3d96-47fb-8209-b7ba66f1e988" providerId="ADAL" clId="{BEC985BA-9983-455B-948E-1A504E54E0DE}" dt="2025-09-04T05:33:46.455" v="2045" actId="478"/>
          <ac:spMkLst>
            <pc:docMk/>
            <pc:sldMk cId="928826409" sldId="467"/>
            <ac:spMk id="34" creationId="{6333AF89-DEC7-F050-209B-57B11E3AFE74}"/>
          </ac:spMkLst>
        </pc:spChg>
        <pc:grpChg chg="del">
          <ac:chgData name="Huang, Kai [CZ05]" userId="b605d854-3d96-47fb-8209-b7ba66f1e988" providerId="ADAL" clId="{BEC985BA-9983-455B-948E-1A504E54E0DE}" dt="2025-09-04T05:39:52.248" v="2110" actId="478"/>
          <ac:grpSpMkLst>
            <pc:docMk/>
            <pc:sldMk cId="928826409" sldId="467"/>
            <ac:grpSpMk id="25" creationId="{850CBFDD-6B70-6896-CC32-56EDE7B4955A}"/>
          </ac:grpSpMkLst>
        </pc:grpChg>
        <pc:picChg chg="add del mod">
          <ac:chgData name="Huang, Kai [CZ05]" userId="b605d854-3d96-47fb-8209-b7ba66f1e988" providerId="ADAL" clId="{BEC985BA-9983-455B-948E-1A504E54E0DE}" dt="2025-09-04T05:33:13.688" v="2042" actId="478"/>
          <ac:picMkLst>
            <pc:docMk/>
            <pc:sldMk cId="928826409" sldId="467"/>
            <ac:picMk id="20" creationId="{BD12B357-DF7D-CE6E-8DF6-323655A58B67}"/>
          </ac:picMkLst>
        </pc:picChg>
        <pc:picChg chg="mod">
          <ac:chgData name="Huang, Kai [CZ05]" userId="b605d854-3d96-47fb-8209-b7ba66f1e988" providerId="ADAL" clId="{BEC985BA-9983-455B-948E-1A504E54E0DE}" dt="2025-09-04T05:20:12.156" v="1797"/>
          <ac:picMkLst>
            <pc:docMk/>
            <pc:sldMk cId="928826409" sldId="467"/>
            <ac:picMk id="31" creationId="{E61767CB-4D95-3947-21FD-18B0D1FB3843}"/>
          </ac:picMkLst>
        </pc:picChg>
        <pc:picChg chg="mod">
          <ac:chgData name="Huang, Kai [CZ05]" userId="b605d854-3d96-47fb-8209-b7ba66f1e988" providerId="ADAL" clId="{BEC985BA-9983-455B-948E-1A504E54E0DE}" dt="2025-09-04T05:20:12.156" v="1797"/>
          <ac:picMkLst>
            <pc:docMk/>
            <pc:sldMk cId="928826409" sldId="467"/>
            <ac:picMk id="32" creationId="{33EF1F08-12CE-7EE1-70C4-C6ADB502422E}"/>
          </ac:picMkLst>
        </pc:picChg>
        <pc:picChg chg="mod">
          <ac:chgData name="Huang, Kai [CZ05]" userId="b605d854-3d96-47fb-8209-b7ba66f1e988" providerId="ADAL" clId="{BEC985BA-9983-455B-948E-1A504E54E0DE}" dt="2025-09-04T05:20:12.156" v="1797"/>
          <ac:picMkLst>
            <pc:docMk/>
            <pc:sldMk cId="928826409" sldId="467"/>
            <ac:picMk id="33" creationId="{5F91F204-3BA5-F949-B194-759A5BB45917}"/>
          </ac:picMkLst>
        </pc:picChg>
        <pc:picChg chg="add del mod">
          <ac:chgData name="Huang, Kai [CZ05]" userId="b605d854-3d96-47fb-8209-b7ba66f1e988" providerId="ADAL" clId="{BEC985BA-9983-455B-948E-1A504E54E0DE}" dt="2025-09-04T05:45:37.822" v="2167" actId="478"/>
          <ac:picMkLst>
            <pc:docMk/>
            <pc:sldMk cId="928826409" sldId="467"/>
            <ac:picMk id="36" creationId="{EB09DF93-4D04-D334-AAE6-DAAAF886F009}"/>
          </ac:picMkLst>
        </pc:picChg>
        <pc:picChg chg="add mod">
          <ac:chgData name="Huang, Kai [CZ05]" userId="b605d854-3d96-47fb-8209-b7ba66f1e988" providerId="ADAL" clId="{BEC985BA-9983-455B-948E-1A504E54E0DE}" dt="2025-09-04T05:45:59.153" v="2172" actId="1076"/>
          <ac:picMkLst>
            <pc:docMk/>
            <pc:sldMk cId="928826409" sldId="467"/>
            <ac:picMk id="38" creationId="{D188044F-7E2D-F243-D855-32B11B95CC15}"/>
          </ac:picMkLst>
        </pc:picChg>
        <pc:picChg chg="add mod">
          <ac:chgData name="Huang, Kai [CZ05]" userId="b605d854-3d96-47fb-8209-b7ba66f1e988" providerId="ADAL" clId="{BEC985BA-9983-455B-948E-1A504E54E0DE}" dt="2025-09-04T05:57:21.523" v="2249" actId="1076"/>
          <ac:picMkLst>
            <pc:docMk/>
            <pc:sldMk cId="928826409" sldId="467"/>
            <ac:picMk id="40" creationId="{5DB360F2-32A5-384C-BC89-62D45C02A493}"/>
          </ac:picMkLst>
        </pc:picChg>
        <pc:picChg chg="add mod">
          <ac:chgData name="Huang, Kai [CZ05]" userId="b605d854-3d96-47fb-8209-b7ba66f1e988" providerId="ADAL" clId="{BEC985BA-9983-455B-948E-1A504E54E0DE}" dt="2025-09-04T05:57:03.705" v="2248" actId="1076"/>
          <ac:picMkLst>
            <pc:docMk/>
            <pc:sldMk cId="928826409" sldId="467"/>
            <ac:picMk id="42" creationId="{39BF3381-8D82-A6BA-7E43-5EFE39450E0B}"/>
          </ac:picMkLst>
        </pc:picChg>
        <pc:picChg chg="add mod">
          <ac:chgData name="Huang, Kai [CZ05]" userId="b605d854-3d96-47fb-8209-b7ba66f1e988" providerId="ADAL" clId="{BEC985BA-9983-455B-948E-1A504E54E0DE}" dt="2025-09-04T05:57:03.705" v="2248" actId="1076"/>
          <ac:picMkLst>
            <pc:docMk/>
            <pc:sldMk cId="928826409" sldId="467"/>
            <ac:picMk id="44" creationId="{685F7BAF-BA92-8EFD-C67D-AEE859195BF1}"/>
          </ac:picMkLst>
        </pc:picChg>
        <pc:picChg chg="add del mod">
          <ac:chgData name="Huang, Kai [CZ05]" userId="b605d854-3d96-47fb-8209-b7ba66f1e988" providerId="ADAL" clId="{BEC985BA-9983-455B-948E-1A504E54E0DE}" dt="2025-09-04T05:47:26.223" v="2192" actId="478"/>
          <ac:picMkLst>
            <pc:docMk/>
            <pc:sldMk cId="928826409" sldId="467"/>
            <ac:picMk id="46" creationId="{243EFE75-F785-E177-1CB6-7A7EE8CE92AF}"/>
          </ac:picMkLst>
        </pc:picChg>
        <pc:picChg chg="add del mod">
          <ac:chgData name="Huang, Kai [CZ05]" userId="b605d854-3d96-47fb-8209-b7ba66f1e988" providerId="ADAL" clId="{BEC985BA-9983-455B-948E-1A504E54E0DE}" dt="2025-09-04T05:46:25.600" v="2180" actId="478"/>
          <ac:picMkLst>
            <pc:docMk/>
            <pc:sldMk cId="928826409" sldId="467"/>
            <ac:picMk id="48" creationId="{6B62CED8-E2D8-A0BF-2233-3946303E1790}"/>
          </ac:picMkLst>
        </pc:picChg>
        <pc:picChg chg="add del mod">
          <ac:chgData name="Huang, Kai [CZ05]" userId="b605d854-3d96-47fb-8209-b7ba66f1e988" providerId="ADAL" clId="{BEC985BA-9983-455B-948E-1A504E54E0DE}" dt="2025-09-04T05:48:13.602" v="2207" actId="478"/>
          <ac:picMkLst>
            <pc:docMk/>
            <pc:sldMk cId="928826409" sldId="467"/>
            <ac:picMk id="50" creationId="{4145CDB7-FED5-B117-9F57-1FD71CECB9FD}"/>
          </ac:picMkLst>
        </pc:picChg>
        <pc:picChg chg="add mod">
          <ac:chgData name="Huang, Kai [CZ05]" userId="b605d854-3d96-47fb-8209-b7ba66f1e988" providerId="ADAL" clId="{BEC985BA-9983-455B-948E-1A504E54E0DE}" dt="2025-09-04T05:48:20.812" v="2208" actId="1076"/>
          <ac:picMkLst>
            <pc:docMk/>
            <pc:sldMk cId="928826409" sldId="467"/>
            <ac:picMk id="52" creationId="{FA94D293-0A58-7013-75EC-45BD96478712}"/>
          </ac:picMkLst>
        </pc:picChg>
        <pc:picChg chg="add del mod">
          <ac:chgData name="Huang, Kai [CZ05]" userId="b605d854-3d96-47fb-8209-b7ba66f1e988" providerId="ADAL" clId="{BEC985BA-9983-455B-948E-1A504E54E0DE}" dt="2025-09-04T05:47:52.198" v="2200" actId="478"/>
          <ac:picMkLst>
            <pc:docMk/>
            <pc:sldMk cId="928826409" sldId="467"/>
            <ac:picMk id="54" creationId="{C51B6886-169A-70C2-A17D-BEA6B4C73EFC}"/>
          </ac:picMkLst>
        </pc:picChg>
        <pc:picChg chg="add mod modCrop">
          <ac:chgData name="Huang, Kai [CZ05]" userId="b605d854-3d96-47fb-8209-b7ba66f1e988" providerId="ADAL" clId="{BEC985BA-9983-455B-948E-1A504E54E0DE}" dt="2025-09-04T05:48:20.812" v="2208" actId="1076"/>
          <ac:picMkLst>
            <pc:docMk/>
            <pc:sldMk cId="928826409" sldId="467"/>
            <ac:picMk id="56" creationId="{E34A3496-A527-5CDD-B922-136A99092502}"/>
          </ac:picMkLst>
        </pc:picChg>
        <pc:picChg chg="add mod">
          <ac:chgData name="Huang, Kai [CZ05]" userId="b605d854-3d96-47fb-8209-b7ba66f1e988" providerId="ADAL" clId="{BEC985BA-9983-455B-948E-1A504E54E0DE}" dt="2025-09-04T05:50:44.004" v="2209" actId="1076"/>
          <ac:picMkLst>
            <pc:docMk/>
            <pc:sldMk cId="928826409" sldId="467"/>
            <ac:picMk id="58" creationId="{2229984C-350F-3B50-D812-680A8F45B1B8}"/>
          </ac:picMkLst>
        </pc:picChg>
      </pc:sldChg>
      <pc:sldChg chg="add del">
        <pc:chgData name="Huang, Kai [CZ05]" userId="b605d854-3d96-47fb-8209-b7ba66f1e988" providerId="ADAL" clId="{BEC985BA-9983-455B-948E-1A504E54E0DE}" dt="2025-09-04T05:20:34.192" v="1798" actId="47"/>
        <pc:sldMkLst>
          <pc:docMk/>
          <pc:sldMk cId="3099584569" sldId="4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9DF779-F183-4CFA-A554-D2EF2FDA8E86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062716-51B8-47F2-A429-4C5DB021C0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256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62716-51B8-47F2-A429-4C5DB021C06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227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4050F-00A2-699C-B88A-D192E1E0F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DD63BB-AD77-197F-DC55-17E2202B0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CC55F8-48AC-4D3D-AA83-323141AB1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BFB26C-4F54-384F-F827-8FA1FC1C01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062716-51B8-47F2-A429-4C5DB021C06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305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E424F079-DCC5-41EC-A910-77D3F6267F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3990" y="1954153"/>
            <a:ext cx="9140031" cy="494944"/>
          </a:xfrm>
          <a:prstGeom prst="rect">
            <a:avLst/>
          </a:prstGeom>
        </p:spPr>
        <p:txBody>
          <a:bodyPr wrap="square" lIns="0" tIns="0" rIns="0" bIns="182880" anchor="b">
            <a:spAutoFit/>
          </a:bodyPr>
          <a:lstStyle>
            <a:lvl1pPr>
              <a:defRPr kumimoji="0" lang="en-US" sz="1833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  <a:lvl2pPr>
              <a:defRPr lang="en-US" sz="2400" smtClean="0"/>
            </a:lvl2pPr>
            <a:lvl3pPr>
              <a:defRPr lang="en-US" sz="2000" smtClean="0"/>
            </a:lvl3pPr>
            <a:lvl4pPr>
              <a:defRPr lang="en-US" sz="1800" smtClean="0"/>
            </a:lvl4pPr>
            <a:lvl5pPr>
              <a:defRPr lang="en-US" sz="1800"/>
            </a:lvl5pPr>
          </a:lstStyle>
          <a:p>
            <a:pPr marR="0" lvl="0" fontAlgn="auto">
              <a:lnSpc>
                <a:spcPct val="11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Eyebrow (optional)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9499397-516C-4916-BDD8-79EC827597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990" y="2458411"/>
            <a:ext cx="11002698" cy="2136483"/>
          </a:xfrm>
        </p:spPr>
        <p:txBody>
          <a:bodyPr wrap="square" lIns="0" bIns="0" anchor="b">
            <a:spAutoFit/>
          </a:bodyPr>
          <a:lstStyle>
            <a:lvl1pPr>
              <a:defRPr sz="7333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FD86D0B-F6DA-42B3-88F2-0A2A5FD7D0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990" y="4604206"/>
            <a:ext cx="11002698" cy="395942"/>
          </a:xfrm>
          <a:prstGeom prst="rect">
            <a:avLst/>
          </a:prstGeom>
        </p:spPr>
        <p:txBody>
          <a:bodyPr wrap="square" lIns="0" tIns="36576" rIns="0" bIns="0">
            <a:spAutoFit/>
          </a:bodyPr>
          <a:lstStyle>
            <a:lvl1pPr>
              <a:spcBef>
                <a:spcPts val="0"/>
              </a:spcBef>
              <a:defRPr kumimoji="0" lang="en-US" sz="2333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/>
              <a:t>Subtitle goes here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3EF6CBD-2492-460C-A159-130D0060A6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5930567"/>
            <a:ext cx="5382948" cy="205121"/>
          </a:xfrm>
          <a:prstGeom prst="rect">
            <a:avLst/>
          </a:prstGeom>
        </p:spPr>
        <p:txBody>
          <a:bodyPr vert="horz" wrap="square" lIns="0" tIns="0" rIns="137160" bIns="0" rtlCol="0" anchor="b">
            <a:spAutoFit/>
          </a:bodyPr>
          <a:lstStyle>
            <a:lvl1pPr>
              <a:defRPr kumimoji="0" lang="en-US" sz="1333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Next World"/>
              </a:defRPr>
            </a:lvl1pPr>
          </a:lstStyle>
          <a:p>
            <a:pPr marR="0" lvl="0" fontAlgn="auto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Month 20XX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D32CC87-DEC8-4E1B-95F5-37D3A0B0F8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3990" y="6176255"/>
            <a:ext cx="5382948" cy="205121"/>
          </a:xfrm>
          <a:prstGeom prst="rect">
            <a:avLst/>
          </a:prstGeom>
        </p:spPr>
        <p:txBody>
          <a:bodyPr vert="horz" wrap="square" lIns="0" tIns="0" rIns="137160" bIns="0" rtlCol="0" anchor="b">
            <a:spAutoFit/>
          </a:bodyPr>
          <a:lstStyle>
            <a:lvl1pPr>
              <a:defRPr kumimoji="0" lang="en-US" sz="1333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Next World"/>
              </a:defRPr>
            </a:lvl1pPr>
          </a:lstStyle>
          <a:p>
            <a:pPr marR="0" lvl="0" fontAlgn="auto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First, Last Name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565F55E-088B-4ED0-A650-99752ADA8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340" y="474266"/>
            <a:ext cx="2151062" cy="5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464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Electric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34025816-B6AD-4295-9516-A131E0994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3990" y="1954153"/>
            <a:ext cx="9129448" cy="494944"/>
          </a:xfrm>
          <a:prstGeom prst="rect">
            <a:avLst/>
          </a:prstGeom>
        </p:spPr>
        <p:txBody>
          <a:bodyPr wrap="square" lIns="0" tIns="0" rIns="0" bIns="182880" anchor="b">
            <a:spAutoFit/>
          </a:bodyPr>
          <a:lstStyle>
            <a:lvl1pPr>
              <a:defRPr kumimoji="0" lang="en-US" sz="1833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  <a:lvl2pPr>
              <a:defRPr lang="en-US" sz="2400" smtClean="0"/>
            </a:lvl2pPr>
            <a:lvl3pPr>
              <a:defRPr lang="en-US" sz="2000" smtClean="0"/>
            </a:lvl3pPr>
            <a:lvl4pPr>
              <a:defRPr lang="en-US" sz="1800" smtClean="0"/>
            </a:lvl4pPr>
            <a:lvl5pPr>
              <a:defRPr lang="en-US" sz="1800"/>
            </a:lvl5pPr>
          </a:lstStyle>
          <a:p>
            <a:pPr marR="0" lvl="0" fontAlgn="auto">
              <a:lnSpc>
                <a:spcPct val="11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Eyebrow (optional)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CCC30C94-9D0D-4B7E-85A1-82AEC08E96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990" y="2458411"/>
            <a:ext cx="11002697" cy="2136483"/>
          </a:xfrm>
        </p:spPr>
        <p:txBody>
          <a:bodyPr wrap="square" lIns="0" bIns="0" anchor="b">
            <a:spAutoFit/>
          </a:bodyPr>
          <a:lstStyle>
            <a:lvl1pPr>
              <a:defRPr sz="7333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AFA93CD-B938-4662-B20E-40FBB0A637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991" y="4604206"/>
            <a:ext cx="11002697" cy="395942"/>
          </a:xfrm>
          <a:prstGeom prst="rect">
            <a:avLst/>
          </a:prstGeom>
        </p:spPr>
        <p:txBody>
          <a:bodyPr wrap="square" lIns="0" tIns="36576" rIns="0" bIns="0">
            <a:spAutoFit/>
          </a:bodyPr>
          <a:lstStyle>
            <a:lvl1pPr>
              <a:spcBef>
                <a:spcPts val="0"/>
              </a:spcBef>
              <a:defRPr kumimoji="0" lang="en-US" sz="2333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/>
              <a:t>Subtitle goes here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4C8C313-CD27-4AAA-AAC1-F5E00C2B1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1" y="5930567"/>
            <a:ext cx="5393530" cy="205121"/>
          </a:xfrm>
          <a:prstGeom prst="rect">
            <a:avLst/>
          </a:prstGeom>
        </p:spPr>
        <p:txBody>
          <a:bodyPr vert="horz" wrap="square" lIns="0" tIns="0" rIns="137160" bIns="0" rtlCol="0" anchor="b">
            <a:spAutoFit/>
          </a:bodyPr>
          <a:lstStyle>
            <a:lvl1pPr>
              <a:defRPr kumimoji="0" lang="en-US" sz="1333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World"/>
              </a:defRPr>
            </a:lvl1pPr>
          </a:lstStyle>
          <a:p>
            <a:pPr marR="0" lvl="0" fontAlgn="auto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Month 20XX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C400979-FBB2-4A8B-9B9D-E15997BC32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2588" y="6176255"/>
            <a:ext cx="5393531" cy="205121"/>
          </a:xfrm>
          <a:prstGeom prst="rect">
            <a:avLst/>
          </a:prstGeom>
        </p:spPr>
        <p:txBody>
          <a:bodyPr vert="horz" wrap="square" lIns="0" tIns="0" rIns="137160" bIns="0" rtlCol="0" anchor="b">
            <a:spAutoFit/>
          </a:bodyPr>
          <a:lstStyle>
            <a:lvl1pPr>
              <a:defRPr kumimoji="0" lang="en-US" sz="1333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venir Next World"/>
              </a:defRPr>
            </a:lvl1pPr>
          </a:lstStyle>
          <a:p>
            <a:pPr marR="0" lvl="0" fontAlgn="auto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First, Last Name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96920F4-5BB1-448D-81A2-D5145C147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340" y="474266"/>
            <a:ext cx="2151062" cy="5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620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9513A8-D1F9-4212-9A7D-92BD32CC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C0C0C0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F58FEE-FA72-412F-9D6C-FB8F948546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0341" y="1936152"/>
            <a:ext cx="7262179" cy="522259"/>
          </a:xfrm>
          <a:prstGeom prst="rect">
            <a:avLst/>
          </a:prstGeom>
        </p:spPr>
        <p:txBody>
          <a:bodyPr wrap="square" lIns="0" tIns="0" rIns="0" bIns="237744" anchor="b">
            <a:spAutoFit/>
          </a:bodyPr>
          <a:lstStyle>
            <a:lvl1pPr>
              <a:defRPr kumimoji="0" lang="en-US" sz="1667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  <a:lvl2pPr>
              <a:defRPr lang="en-US" sz="2400" smtClean="0"/>
            </a:lvl2pPr>
            <a:lvl3pPr>
              <a:defRPr lang="en-US" sz="2000" smtClean="0"/>
            </a:lvl3pPr>
            <a:lvl4pPr>
              <a:defRPr lang="en-US" sz="1800" smtClean="0"/>
            </a:lvl4pPr>
            <a:lvl5pPr>
              <a:defRPr lang="en-US" sz="1800"/>
            </a:lvl5pPr>
          </a:lstStyle>
          <a:p>
            <a:pPr marR="0" lvl="0" fontAlgn="auto">
              <a:lnSpc>
                <a:spcPct val="11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Eyebrow (optional)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17C2046-3418-42F0-AAC2-384A248A38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92" y="2458411"/>
            <a:ext cx="7262179" cy="1685077"/>
          </a:xfrm>
        </p:spPr>
        <p:txBody>
          <a:bodyPr wrap="square" anchor="b">
            <a:spAutoFit/>
          </a:bodyPr>
          <a:lstStyle>
            <a:lvl1pPr>
              <a:defRPr sz="60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2BEB2D7-1E1A-4414-8D86-5B35D528D4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8592" y="4143487"/>
            <a:ext cx="7263978" cy="363176"/>
          </a:xfrm>
          <a:prstGeom prst="rect">
            <a:avLst/>
          </a:prstGeom>
        </p:spPr>
        <p:txBody>
          <a:bodyPr wrap="square" lIns="0" tIns="54864" rIns="0" bIns="0">
            <a:spAutoFit/>
          </a:bodyPr>
          <a:lstStyle>
            <a:lvl1pPr>
              <a:defRPr kumimoji="0" lang="en-US" sz="20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/>
              <a:t>Subtitle goes here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668AAC2-9C72-4D3A-B1C1-072ECEAA95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8592" y="5925500"/>
            <a:ext cx="5388929" cy="20512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kumimoji="0" lang="en-US" sz="1333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R="0" lvl="0" fontAlgn="auto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Month 20XX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8591D896-8485-4B88-9BC0-3A6EBABDC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8592" y="6176629"/>
            <a:ext cx="5388929" cy="20512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kumimoji="0" lang="en-US" sz="1333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R="0" lvl="0" fontAlgn="auto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First, Last Name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25D8DEC-6577-44D5-814C-FF407BF6AB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340" y="474266"/>
            <a:ext cx="2151062" cy="5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851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5C7975-1D30-442F-8793-CD1DEC192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C0C0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64EF8EC2-F0CF-4406-A4C8-E6C6A9990B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0341" y="1936152"/>
            <a:ext cx="7262179" cy="522259"/>
          </a:xfrm>
          <a:prstGeom prst="rect">
            <a:avLst/>
          </a:prstGeom>
        </p:spPr>
        <p:txBody>
          <a:bodyPr wrap="square" lIns="0" tIns="0" rIns="0" bIns="237744" anchor="b">
            <a:spAutoFit/>
          </a:bodyPr>
          <a:lstStyle>
            <a:lvl1pPr>
              <a:defRPr kumimoji="0" lang="en-US" sz="1667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  <a:lvl2pPr>
              <a:defRPr lang="en-US" sz="2400" smtClean="0"/>
            </a:lvl2pPr>
            <a:lvl3pPr>
              <a:defRPr lang="en-US" sz="2000" smtClean="0"/>
            </a:lvl3pPr>
            <a:lvl4pPr>
              <a:defRPr lang="en-US" sz="1800" smtClean="0"/>
            </a:lvl4pPr>
            <a:lvl5pPr>
              <a:defRPr lang="en-US" sz="1800"/>
            </a:lvl5pPr>
          </a:lstStyle>
          <a:p>
            <a:pPr marR="0" lvl="0" fontAlgn="auto">
              <a:lnSpc>
                <a:spcPct val="11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Eyebrow (optional)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03715E20-7A8E-4FC9-B74A-C40D5F5E4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92" y="2458411"/>
            <a:ext cx="7262179" cy="1685077"/>
          </a:xfrm>
        </p:spPr>
        <p:txBody>
          <a:bodyPr wrap="square" anchor="b">
            <a:spAutoFit/>
          </a:bodyPr>
          <a:lstStyle>
            <a:lvl1pPr>
              <a:defRPr sz="60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FFBF2B1-1BC2-49C7-8BEA-269234430B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8592" y="4143487"/>
            <a:ext cx="7263978" cy="363176"/>
          </a:xfrm>
          <a:prstGeom prst="rect">
            <a:avLst/>
          </a:prstGeom>
        </p:spPr>
        <p:txBody>
          <a:bodyPr wrap="square" lIns="0" tIns="54864" rIns="0" bIns="0">
            <a:spAutoFit/>
          </a:bodyPr>
          <a:lstStyle>
            <a:lvl1pPr>
              <a:defRPr kumimoji="0" lang="en-US" sz="20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/>
              <a:t>Subtitle goes here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53945D91-FC60-4ADD-9002-247D1FDA40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8592" y="5925500"/>
            <a:ext cx="5388929" cy="20512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kumimoji="0" lang="en-US" sz="1333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R="0" lvl="0" fontAlgn="auto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Month 20XX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93DB706-A159-4E86-8B61-5DE3548DEA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8592" y="6176629"/>
            <a:ext cx="5388929" cy="20512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kumimoji="0" lang="en-US" sz="1333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R="0" lvl="0" fontAlgn="auto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First, Last Name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B0F0A65-C093-49B6-9941-B1CC52063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340" y="474266"/>
            <a:ext cx="2151062" cy="5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561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Circula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65F55E-088B-4ED0-A650-99752ADA8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340" y="474266"/>
            <a:ext cx="2151062" cy="567025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81CBEB0F-0FC0-4A08-B2C2-8780C603C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036677" y="1"/>
            <a:ext cx="5155323" cy="6857999"/>
          </a:xfrm>
          <a:custGeom>
            <a:avLst/>
            <a:gdLst>
              <a:gd name="connsiteX0" fmla="*/ 1940129 w 6186388"/>
              <a:gd name="connsiteY0" fmla="*/ 0 h 8229599"/>
              <a:gd name="connsiteX1" fmla="*/ 6186388 w 6186388"/>
              <a:gd name="connsiteY1" fmla="*/ 0 h 8229599"/>
              <a:gd name="connsiteX2" fmla="*/ 6186388 w 6186388"/>
              <a:gd name="connsiteY2" fmla="*/ 8229599 h 8229599"/>
              <a:gd name="connsiteX3" fmla="*/ 1963562 w 6186388"/>
              <a:gd name="connsiteY3" fmla="*/ 8229599 h 8229599"/>
              <a:gd name="connsiteX4" fmla="*/ 1926963 w 6186388"/>
              <a:gd name="connsiteY4" fmla="*/ 8200774 h 8229599"/>
              <a:gd name="connsiteX5" fmla="*/ 8711 w 6186388"/>
              <a:gd name="connsiteY5" fmla="*/ 4412567 h 8229599"/>
              <a:gd name="connsiteX6" fmla="*/ 0 w 6186388"/>
              <a:gd name="connsiteY6" fmla="*/ 4105608 h 8229599"/>
              <a:gd name="connsiteX7" fmla="*/ 0 w 6186388"/>
              <a:gd name="connsiteY7" fmla="*/ 4105536 h 8229599"/>
              <a:gd name="connsiteX8" fmla="*/ 8711 w 6186388"/>
              <a:gd name="connsiteY8" fmla="*/ 3798578 h 8229599"/>
              <a:gd name="connsiteX9" fmla="*/ 1926963 w 6186388"/>
              <a:gd name="connsiteY9" fmla="*/ 10370 h 8229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86388" h="8229599">
                <a:moveTo>
                  <a:pt x="1940129" y="0"/>
                </a:moveTo>
                <a:lnTo>
                  <a:pt x="6186388" y="0"/>
                </a:lnTo>
                <a:lnTo>
                  <a:pt x="6186388" y="8229599"/>
                </a:lnTo>
                <a:lnTo>
                  <a:pt x="1963562" y="8229599"/>
                </a:lnTo>
                <a:lnTo>
                  <a:pt x="1926963" y="8200774"/>
                </a:lnTo>
                <a:cubicBezTo>
                  <a:pt x="823671" y="7288215"/>
                  <a:pt x="95431" y="5936458"/>
                  <a:pt x="8711" y="4412567"/>
                </a:cubicBezTo>
                <a:lnTo>
                  <a:pt x="0" y="4105608"/>
                </a:lnTo>
                <a:lnTo>
                  <a:pt x="0" y="4105536"/>
                </a:lnTo>
                <a:lnTo>
                  <a:pt x="8711" y="3798578"/>
                </a:lnTo>
                <a:cubicBezTo>
                  <a:pt x="95431" y="2274687"/>
                  <a:pt x="823671" y="922930"/>
                  <a:pt x="1926963" y="10370"/>
                </a:cubicBezTo>
                <a:close/>
              </a:path>
            </a:pathLst>
          </a:custGeom>
          <a:solidFill>
            <a:srgbClr val="C0C0C0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69BCDAB-D595-4018-A663-405DCE8AA0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0340" y="1936152"/>
            <a:ext cx="5960983" cy="522259"/>
          </a:xfrm>
          <a:prstGeom prst="rect">
            <a:avLst/>
          </a:prstGeom>
        </p:spPr>
        <p:txBody>
          <a:bodyPr wrap="square" lIns="0" tIns="0" rIns="0" bIns="237744" anchor="b">
            <a:spAutoFit/>
          </a:bodyPr>
          <a:lstStyle>
            <a:lvl1pPr>
              <a:defRPr kumimoji="0" lang="en-US" sz="1667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  <a:lvl2pPr>
              <a:defRPr lang="en-US" sz="2400" smtClean="0"/>
            </a:lvl2pPr>
            <a:lvl3pPr>
              <a:defRPr lang="en-US" sz="2000" smtClean="0"/>
            </a:lvl3pPr>
            <a:lvl4pPr>
              <a:defRPr lang="en-US" sz="1800" smtClean="0"/>
            </a:lvl4pPr>
            <a:lvl5pPr>
              <a:defRPr lang="en-US" sz="1800"/>
            </a:lvl5pPr>
          </a:lstStyle>
          <a:p>
            <a:pPr marR="0" lvl="0" fontAlgn="auto">
              <a:lnSpc>
                <a:spcPct val="11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Eyebrow (optional)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F71FDF-98AE-435C-A23A-50D5ADA2EF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92" y="2458411"/>
            <a:ext cx="5960983" cy="1685077"/>
          </a:xfrm>
        </p:spPr>
        <p:txBody>
          <a:bodyPr wrap="square" anchor="b">
            <a:spAutoFit/>
          </a:bodyPr>
          <a:lstStyle>
            <a:lvl1pPr>
              <a:defRPr sz="60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BA66E56-0A6C-4EBE-9517-D7DBBFC2AC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8592" y="4143487"/>
            <a:ext cx="5962458" cy="363176"/>
          </a:xfrm>
          <a:prstGeom prst="rect">
            <a:avLst/>
          </a:prstGeom>
        </p:spPr>
        <p:txBody>
          <a:bodyPr wrap="square" lIns="0" tIns="54864" rIns="0" bIns="0">
            <a:spAutoFit/>
          </a:bodyPr>
          <a:lstStyle>
            <a:lvl1pPr>
              <a:defRPr kumimoji="0" lang="en-US" sz="20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/>
              <a:t>Subtitle goes here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3EF6CBD-2492-460C-A159-130D0060A6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5930567"/>
            <a:ext cx="5382948" cy="205121"/>
          </a:xfrm>
          <a:prstGeom prst="rect">
            <a:avLst/>
          </a:prstGeom>
        </p:spPr>
        <p:txBody>
          <a:bodyPr vert="horz" wrap="square" lIns="0" tIns="0" rIns="137160" bIns="0" rtlCol="0" anchor="b">
            <a:spAutoFit/>
          </a:bodyPr>
          <a:lstStyle>
            <a:lvl1pPr>
              <a:defRPr kumimoji="0" lang="en-US" sz="1333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Next World"/>
              </a:defRPr>
            </a:lvl1pPr>
          </a:lstStyle>
          <a:p>
            <a:pPr marR="0" lvl="0" fontAlgn="auto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Month 20XX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D32CC87-DEC8-4E1B-95F5-37D3A0B0F8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3990" y="6176255"/>
            <a:ext cx="5382948" cy="205121"/>
          </a:xfrm>
          <a:prstGeom prst="rect">
            <a:avLst/>
          </a:prstGeom>
        </p:spPr>
        <p:txBody>
          <a:bodyPr vert="horz" wrap="square" lIns="0" tIns="0" rIns="137160" bIns="0" rtlCol="0" anchor="b">
            <a:spAutoFit/>
          </a:bodyPr>
          <a:lstStyle>
            <a:lvl1pPr>
              <a:defRPr kumimoji="0" lang="en-US" sz="1333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Next World"/>
              </a:defRPr>
            </a:lvl1pPr>
          </a:lstStyle>
          <a:p>
            <a:pPr marR="0" lvl="0" fontAlgn="auto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First, Last Name</a:t>
            </a:r>
          </a:p>
        </p:txBody>
      </p:sp>
    </p:spTree>
    <p:extLst>
      <p:ext uri="{BB962C8B-B14F-4D97-AF65-F5344CB8AC3E}">
        <p14:creationId xmlns:p14="http://schemas.microsoft.com/office/powerpoint/2010/main" val="140999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Sym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7DC1B14-2533-451D-BE00-B754CC2D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t="-6" r="-1723" b="-30"/>
          <a:stretch/>
        </p:blipFill>
        <p:spPr>
          <a:xfrm>
            <a:off x="7690186" y="1082836"/>
            <a:ext cx="3951608" cy="4501194"/>
          </a:xfrm>
          <a:prstGeom prst="rect">
            <a:avLst/>
          </a:prstGeom>
        </p:spPr>
      </p:pic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69BCDAB-D595-4018-A663-405DCE8AA0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0341" y="1936152"/>
            <a:ext cx="6597374" cy="522259"/>
          </a:xfrm>
          <a:prstGeom prst="rect">
            <a:avLst/>
          </a:prstGeom>
        </p:spPr>
        <p:txBody>
          <a:bodyPr wrap="square" lIns="0" tIns="0" rIns="0" bIns="237744" anchor="b">
            <a:spAutoFit/>
          </a:bodyPr>
          <a:lstStyle>
            <a:lvl1pPr>
              <a:defRPr kumimoji="0" lang="en-US" sz="1667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  <a:lvl2pPr>
              <a:defRPr lang="en-US" sz="2400" smtClean="0"/>
            </a:lvl2pPr>
            <a:lvl3pPr>
              <a:defRPr lang="en-US" sz="2000" smtClean="0"/>
            </a:lvl3pPr>
            <a:lvl4pPr>
              <a:defRPr lang="en-US" sz="1800" smtClean="0"/>
            </a:lvl4pPr>
            <a:lvl5pPr>
              <a:defRPr lang="en-US" sz="1800"/>
            </a:lvl5pPr>
          </a:lstStyle>
          <a:p>
            <a:pPr marR="0" lvl="0" fontAlgn="auto">
              <a:lnSpc>
                <a:spcPct val="110000"/>
              </a:lnSpc>
              <a:spcAft>
                <a:spcPts val="0"/>
              </a:spcAft>
              <a:buClrTx/>
              <a:buSzTx/>
              <a:tabLst/>
            </a:pPr>
            <a:r>
              <a:rPr lang="en-US"/>
              <a:t>Eyebrow (optional)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F71FDF-98AE-435C-A23A-50D5ADA2EF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92" y="2458411"/>
            <a:ext cx="6597374" cy="1685077"/>
          </a:xfrm>
        </p:spPr>
        <p:txBody>
          <a:bodyPr wrap="square" anchor="b">
            <a:spAutoFit/>
          </a:bodyPr>
          <a:lstStyle>
            <a:lvl1pPr>
              <a:defRPr sz="60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BA66E56-0A6C-4EBE-9517-D7DBBFC2AC3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8592" y="4143487"/>
            <a:ext cx="6599008" cy="363176"/>
          </a:xfrm>
          <a:prstGeom prst="rect">
            <a:avLst/>
          </a:prstGeom>
        </p:spPr>
        <p:txBody>
          <a:bodyPr wrap="square" lIns="0" tIns="54864" rIns="0" bIns="0">
            <a:spAutoFit/>
          </a:bodyPr>
          <a:lstStyle>
            <a:lvl1pPr>
              <a:defRPr kumimoji="0" lang="en-US" sz="20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/>
              <a:t>Subtitle goes here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3EF6CBD-2492-460C-A159-130D0060A6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5930567"/>
            <a:ext cx="5382948" cy="205121"/>
          </a:xfrm>
          <a:prstGeom prst="rect">
            <a:avLst/>
          </a:prstGeom>
        </p:spPr>
        <p:txBody>
          <a:bodyPr vert="horz" wrap="square" lIns="0" tIns="0" rIns="137160" bIns="0" rtlCol="0" anchor="b">
            <a:spAutoFit/>
          </a:bodyPr>
          <a:lstStyle>
            <a:lvl1pPr>
              <a:defRPr kumimoji="0" lang="en-US" sz="1333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Next World"/>
              </a:defRPr>
            </a:lvl1pPr>
          </a:lstStyle>
          <a:p>
            <a:pPr marR="0" lvl="0" fontAlgn="auto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Month 20XX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D32CC87-DEC8-4E1B-95F5-37D3A0B0F8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3990" y="6176255"/>
            <a:ext cx="5382948" cy="205121"/>
          </a:xfrm>
          <a:prstGeom prst="rect">
            <a:avLst/>
          </a:prstGeom>
        </p:spPr>
        <p:txBody>
          <a:bodyPr vert="horz" wrap="square" lIns="0" tIns="0" rIns="137160" bIns="0" rtlCol="0" anchor="b">
            <a:spAutoFit/>
          </a:bodyPr>
          <a:lstStyle>
            <a:lvl1pPr>
              <a:defRPr kumimoji="0" lang="en-US" sz="1333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venir Next World"/>
              </a:defRPr>
            </a:lvl1pPr>
          </a:lstStyle>
          <a:p>
            <a:pPr marR="0" lvl="0" fontAlgn="auto">
              <a:spcBef>
                <a:spcPts val="500"/>
              </a:spcBef>
              <a:spcAft>
                <a:spcPts val="0"/>
              </a:spcAft>
              <a:buClrTx/>
              <a:buSzTx/>
              <a:tabLst/>
            </a:pPr>
            <a:r>
              <a:rPr lang="en-US"/>
              <a:t>First, Last Name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565F55E-088B-4ED0-A650-99752ADA8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0340" y="474266"/>
            <a:ext cx="2151062" cy="5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00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with Sym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97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00A4319-66F3-4E8E-87E3-8B0650E0CD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990" y="2330642"/>
            <a:ext cx="11002698" cy="2246769"/>
          </a:xfrm>
        </p:spPr>
        <p:txBody>
          <a:bodyPr wrap="square" anchor="b">
            <a:spAutoFit/>
          </a:bodyPr>
          <a:lstStyle>
            <a:lvl1pPr>
              <a:defRPr sz="80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Divider slide title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C20CCCE-CBB9-47BE-BBA6-82A5FD35B0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990" y="4577411"/>
            <a:ext cx="9140031" cy="430887"/>
          </a:xfrm>
          <a:prstGeom prst="rect">
            <a:avLst/>
          </a:prstGeom>
        </p:spPr>
        <p:txBody>
          <a:bodyPr wrap="square" lIns="0" tIns="45720" rIns="0" bIns="0">
            <a:spAutoFit/>
          </a:bodyPr>
          <a:lstStyle>
            <a:lvl1pPr>
              <a:defRPr kumimoji="0" lang="en-US" sz="2500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85564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: Electric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A908702-7E3C-4020-BBFF-B6F1E20AA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990" y="2330642"/>
            <a:ext cx="11002698" cy="2246769"/>
          </a:xfrm>
        </p:spPr>
        <p:txBody>
          <a:bodyPr wrap="square" anchor="b">
            <a:spAutoFit/>
          </a:bodyPr>
          <a:lstStyle>
            <a:lvl1pPr>
              <a:defRPr sz="80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Divider slide title goes here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CEAB419-32B8-41C7-A1B7-296CF5F57E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990" y="4577411"/>
            <a:ext cx="9140031" cy="430887"/>
          </a:xfrm>
          <a:prstGeom prst="rect">
            <a:avLst/>
          </a:prstGeom>
        </p:spPr>
        <p:txBody>
          <a:bodyPr wrap="square" lIns="0" tIns="45720" rIns="0" bIns="0">
            <a:spAutoFit/>
          </a:bodyPr>
          <a:lstStyle>
            <a:lvl1pPr>
              <a:defRPr kumimoji="0" lang="en-US" sz="25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/>
              <a:t>Subtitle goes here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5C645B3-D022-4BD7-A054-1FF2781B3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28502" y="6329634"/>
            <a:ext cx="1168186" cy="19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78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with Backgrou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3D00C06B-FE7D-4CCB-A96D-F8B528135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C0C0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3E2A480-9FD0-4559-AE2D-7E33F938A1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990" y="2330642"/>
            <a:ext cx="11002698" cy="2246769"/>
          </a:xfrm>
        </p:spPr>
        <p:txBody>
          <a:bodyPr wrap="square" anchor="b">
            <a:spAutoFit/>
          </a:bodyPr>
          <a:lstStyle>
            <a:lvl1pPr>
              <a:defRPr sz="80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Divider slide title goes here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A7B87F2-5331-4080-9EDB-FD517120EA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990" y="4577411"/>
            <a:ext cx="9140031" cy="430887"/>
          </a:xfrm>
          <a:prstGeom prst="rect">
            <a:avLst/>
          </a:prstGeom>
        </p:spPr>
        <p:txBody>
          <a:bodyPr wrap="square" lIns="0" tIns="45720" rIns="0" bIns="0">
            <a:spAutoFit/>
          </a:bodyPr>
          <a:lstStyle>
            <a:lvl1pPr>
              <a:defRPr kumimoji="0" lang="en-US" sz="2500" b="0" i="0" u="none" strike="noStrike" cap="none" spc="0" normalizeH="0" baseline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/>
              <a:t>Subtitle goes here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C23637C-7C7B-4BD1-9C8C-810263FB8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28502" y="6329634"/>
            <a:ext cx="1168186" cy="19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729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with Symbo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00A4319-66F3-4E8E-87E3-8B0650E0CD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0" y="2323043"/>
            <a:ext cx="5881688" cy="1685077"/>
          </a:xfrm>
        </p:spPr>
        <p:txBody>
          <a:bodyPr wrap="square" anchor="b">
            <a:spAutoFit/>
          </a:bodyPr>
          <a:lstStyle>
            <a:lvl1pPr>
              <a:defRPr sz="60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Divider slide title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C20CCCE-CBB9-47BE-BBA6-82A5FD35B0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15000" y="4008119"/>
            <a:ext cx="5881688" cy="392864"/>
          </a:xfrm>
          <a:prstGeom prst="rect">
            <a:avLst/>
          </a:prstGeom>
        </p:spPr>
        <p:txBody>
          <a:bodyPr wrap="square" lIns="0" tIns="109728" rIns="0" bIns="0">
            <a:spAutoFit/>
          </a:bodyPr>
          <a:lstStyle>
            <a:lvl1pPr>
              <a:defRPr kumimoji="0" lang="en-US" sz="1833" b="0" i="0" u="none" strike="noStrike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cs typeface="Avenir Next World Demi" panose="020B0703020202020204" pitchFamily="34" charset="0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tabLst/>
            </a:pPr>
            <a:r>
              <a:rPr lang="en-US"/>
              <a:t>Subtitle goes here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C066DD-F320-47AF-B7A3-19331C62D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53" t="159" r="-1" b="-93"/>
          <a:stretch/>
        </p:blipFill>
        <p:spPr>
          <a:xfrm>
            <a:off x="665499" y="1199869"/>
            <a:ext cx="3911340" cy="445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061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title goes here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3D455FD-A842-4F0A-B110-15F878D21A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6135688"/>
            <a:ext cx="9140031" cy="1154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75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3AA71-DC14-482F-BF0B-9FA6773CA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7A68E-66D8-41DA-8586-9A8F841AF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65257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BA0DE0-4B25-43B8-8E6F-74C340580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661" y="723900"/>
            <a:ext cx="11003027" cy="323165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>
              <a:defRPr lang="en-US" sz="15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C66FB32-FD41-4B94-94D3-5FFF730D989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6135688"/>
            <a:ext cx="9140031" cy="1154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75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5F74B-6A97-4B13-B2AD-5ABEF471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398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 goes here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A7E73C6-7BDC-4FF8-8260-60A5A06A978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661" y="723900"/>
            <a:ext cx="11003027" cy="323165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>
              <a:defRPr lang="en-US" sz="15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FB9248-9E03-4DB4-9487-2EF5EDB2444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3990" y="1270000"/>
            <a:ext cx="11001375" cy="472669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E24ACBF-A882-423B-9E39-69BB908A20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6135688"/>
            <a:ext cx="9140031" cy="1154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75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5F74B-6A97-4B13-B2AD-5ABEF471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9424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12B251F1-F4E9-49A1-9EE2-347BF4FB02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661" y="723900"/>
            <a:ext cx="11003027" cy="323165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>
              <a:defRPr lang="en-US" sz="15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0C9A53-68FD-4349-9D24-5D90DD2075A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3990" y="1270000"/>
            <a:ext cx="5382948" cy="47266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6699927-DD70-4280-95DF-BBCE937CF25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13076" y="1270000"/>
            <a:ext cx="5382948" cy="47266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099D7625-1E43-489A-B784-CA53391B4B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6135688"/>
            <a:ext cx="9140031" cy="1154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75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5F74B-6A97-4B13-B2AD-5ABEF471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43749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 goes here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D8D5D26-AE04-4CFB-B6D8-963F84EF16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661" y="723900"/>
            <a:ext cx="11003027" cy="323165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>
              <a:defRPr lang="en-US" sz="15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09504B-86F3-42DF-8BC7-C509620292D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93990" y="1270000"/>
            <a:ext cx="3507052" cy="47266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850B7DD3-3932-4C6C-8E75-2FE25CB1EEF8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345782" y="1270000"/>
            <a:ext cx="3507052" cy="47266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9560ED45-5E5D-4885-ADF5-5F669AD6649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089636" y="1270000"/>
            <a:ext cx="3507052" cy="47266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93A936A7-D74D-4854-9AC1-14E85A55F1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6135688"/>
            <a:ext cx="9140031" cy="1154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75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5F74B-6A97-4B13-B2AD-5ABEF471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4261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 goes here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D2994C3-A9C6-4A4E-8646-CFF3867EB1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661" y="723900"/>
            <a:ext cx="11002348" cy="323165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>
              <a:defRPr lang="en-US" sz="15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C473A0-9F20-4315-B72A-F180085EE62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593990" y="1270000"/>
            <a:ext cx="2570427" cy="47266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59C0DE62-8BD8-458B-9C21-881D155577C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402542" y="1270000"/>
            <a:ext cx="2570427" cy="47266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FBFD5CDD-9F29-4F19-8191-612B6FFE740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213740" y="1270000"/>
            <a:ext cx="2570427" cy="47266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DFFB632D-C69A-4E39-B5D5-BC4D8091DF0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9022292" y="1270000"/>
            <a:ext cx="2570427" cy="472669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8625EACB-B378-456D-9903-869517A484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6135688"/>
            <a:ext cx="9140031" cy="1154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75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5F74B-6A97-4B13-B2AD-5ABEF471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6702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 goes here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6F2DA43-D372-40E8-A987-A415368D34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661" y="723900"/>
            <a:ext cx="11003027" cy="323165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>
              <a:defRPr lang="en-US" sz="15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731AA7-6E87-4585-B9D9-3467AF895F4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93990" y="1270000"/>
            <a:ext cx="1993635" cy="47283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AA4CEC55-5292-4DD7-AAD1-1DB16A7F18F3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846256" y="1270000"/>
            <a:ext cx="1993635" cy="47283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22" name="Content Placeholder 5">
            <a:extLst>
              <a:ext uri="{FF2B5EF4-FFF2-40B4-BE49-F238E27FC236}">
                <a16:creationId xmlns:a16="http://schemas.microsoft.com/office/drawing/2014/main" id="{62A79AC4-E55B-4918-838B-4C12DCD85C00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098522" y="1270000"/>
            <a:ext cx="1993635" cy="47283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383DC99B-BED4-48DA-974D-5F649A3BA760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7350788" y="1270000"/>
            <a:ext cx="1993635" cy="47283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9AE92587-CB57-4F6E-8EA2-83E3A87E9706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603053" y="1270000"/>
            <a:ext cx="1993635" cy="47283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4A20A63E-F6ED-4441-9562-588AC72CAE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6135688"/>
            <a:ext cx="9140031" cy="1154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75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5F74B-6A97-4B13-B2AD-5ABEF471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75553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 Intr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511D169-AB00-49FF-8B6F-87C2B0E152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Slide title goes here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A65FF94-E781-48C0-B148-F427E4E193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661" y="723900"/>
            <a:ext cx="11003027" cy="323165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>
              <a:defRPr lang="en-US" sz="15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5116EF4-EDE2-4985-AFAE-ECA4F0D6CE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1229" y="1291820"/>
            <a:ext cx="1098822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defRPr lang="en-US" sz="2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This introductory text can be two lines; they should not be separate paragraphs. </a:t>
            </a:r>
            <a:br>
              <a:rPr lang="en-US"/>
            </a:br>
            <a:r>
              <a:rPr lang="en-US"/>
              <a:t>Avoid the space between by using a soft return (shift + enter) to force the next line.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26AB7FE1-6C7A-4C21-9B51-6E7245BA6A0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93990" y="2035848"/>
            <a:ext cx="5382948" cy="3960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3A8BDD4B-851B-4205-A741-6DC9A1A707B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13076" y="2035848"/>
            <a:ext cx="5382948" cy="3960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2F3929-56F5-4811-A752-3F16A1AC72D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6135688"/>
            <a:ext cx="9140031" cy="1154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75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5F74B-6A97-4B13-B2AD-5ABEF471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9048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 Header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 goes here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F7BE20E7-9375-4D7A-8D4F-0DD771956F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661" y="723900"/>
            <a:ext cx="11003027" cy="323165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>
              <a:defRPr lang="en-US" sz="15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5116EF4-EDE2-4985-AFAE-ECA4F0D6CE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3990" y="1270000"/>
            <a:ext cx="5382948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1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C62DCBC9-EEBB-4199-B0ED-EBC52C39BB9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93990" y="1860140"/>
            <a:ext cx="5382948" cy="413655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D157D37-8433-4C93-9DFE-D01B2D5A24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3741" y="1270000"/>
            <a:ext cx="5382283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2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0D1E525E-DDE1-4359-B3A8-D5C7C25AA31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13076" y="1860140"/>
            <a:ext cx="5382948" cy="413655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D9E9D70-AD2E-4ADC-BE5E-A4A35D514D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6135688"/>
            <a:ext cx="9140031" cy="1154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75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5F74B-6A97-4B13-B2AD-5ABEF471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4345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 Header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 goes here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0D8D5D26-AE04-4CFB-B6D8-963F84EF16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661" y="723900"/>
            <a:ext cx="11003027" cy="323165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>
              <a:defRPr lang="en-US" sz="15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5116EF4-EDE2-4985-AFAE-ECA4F0D6CE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3990" y="1270000"/>
            <a:ext cx="3509698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09504B-86F3-42DF-8BC7-C509620292D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93990" y="1860141"/>
            <a:ext cx="3507052" cy="413655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D157D37-8433-4C93-9DFE-D01B2D5A24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0491" y="1270000"/>
            <a:ext cx="3512344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2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850B7DD3-3932-4C6C-8E75-2FE25CB1EEF8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345782" y="1860141"/>
            <a:ext cx="3507052" cy="413655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9C1C6D2-B908-4D86-B250-B4B5BC34D0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89637" y="1270000"/>
            <a:ext cx="3506387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3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9560ED45-5E5D-4885-ADF5-5F669AD6649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089636" y="1860141"/>
            <a:ext cx="3507052" cy="413655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93A936A7-D74D-4854-9AC1-14E85A55F1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6135688"/>
            <a:ext cx="9140031" cy="1154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75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5F74B-6A97-4B13-B2AD-5ABEF471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4505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 Header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 goes here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D2994C3-A9C6-4A4E-8646-CFF3867EB1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661" y="723900"/>
            <a:ext cx="11002348" cy="323165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>
              <a:defRPr lang="en-US" sz="15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5116EF4-EDE2-4985-AFAE-ECA4F0D6CE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3990" y="1270000"/>
            <a:ext cx="2576775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C473A0-9F20-4315-B72A-F180085EE62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593990" y="1860141"/>
            <a:ext cx="2570427" cy="413655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D157D37-8433-4C93-9DFE-D01B2D5A24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89313" y="1270000"/>
            <a:ext cx="2587625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2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59C0DE62-8BD8-458B-9C21-881D155577C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3402542" y="1860141"/>
            <a:ext cx="2570427" cy="413655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9C1C6D2-B908-4D86-B250-B4B5BC34D0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5486" y="1270000"/>
            <a:ext cx="2563495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3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FBFD5CDD-9F29-4F19-8191-612B6FFE740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213740" y="1860141"/>
            <a:ext cx="2570427" cy="413655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7EAD4356-5C7A-4DED-9C22-4445F77CF0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28987" y="1270000"/>
            <a:ext cx="2567037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4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DFFB632D-C69A-4E39-B5D5-BC4D8091DF0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9022292" y="1860141"/>
            <a:ext cx="2570427" cy="413655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8625EACB-B378-456D-9903-869517A484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6135688"/>
            <a:ext cx="9140031" cy="1154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75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5F74B-6A97-4B13-B2AD-5ABEF471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7129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 Header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 goes here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6F2DA43-D372-40E8-A987-A415368D34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661" y="723900"/>
            <a:ext cx="11003027" cy="323165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>
              <a:defRPr lang="en-US" sz="15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5116EF4-EDE2-4985-AFAE-ECA4F0D6CE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3991" y="1270000"/>
            <a:ext cx="1994743" cy="4104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>
              <a:defRPr lang="en-US" sz="2667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731AA7-6E87-4585-B9D9-3467AF895F4D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93990" y="1808843"/>
            <a:ext cx="1993635" cy="41895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D157D37-8433-4C93-9DFE-D01B2D5A24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45979" y="1275034"/>
            <a:ext cx="1994743" cy="4104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>
              <a:defRPr lang="en-US" sz="2667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2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AA4CEC55-5292-4DD7-AAD1-1DB16A7F18F3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2846256" y="1808843"/>
            <a:ext cx="1993635" cy="41895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9C1C6D2-B908-4D86-B250-B4B5BC34D0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97968" y="1270000"/>
            <a:ext cx="1994743" cy="4104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>
              <a:defRPr lang="en-US" sz="2667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3</a:t>
            </a:r>
          </a:p>
        </p:txBody>
      </p:sp>
      <p:sp>
        <p:nvSpPr>
          <p:cNvPr id="22" name="Content Placeholder 5">
            <a:extLst>
              <a:ext uri="{FF2B5EF4-FFF2-40B4-BE49-F238E27FC236}">
                <a16:creationId xmlns:a16="http://schemas.microsoft.com/office/drawing/2014/main" id="{62A79AC4-E55B-4918-838B-4C12DCD85C00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098522" y="1808843"/>
            <a:ext cx="1993635" cy="41895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7EAD4356-5C7A-4DED-9C22-4445F77CF0F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49956" y="1270000"/>
            <a:ext cx="1994743" cy="4104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>
              <a:defRPr lang="en-US" sz="2667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4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383DC99B-BED4-48DA-974D-5F649A3BA760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7350788" y="1808843"/>
            <a:ext cx="1993635" cy="41895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2E15390-C11C-428F-AD2A-A6D9CDF3DD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01944" y="1270000"/>
            <a:ext cx="1994743" cy="4104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>
              <a:defRPr lang="en-US" sz="2667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5</a:t>
            </a:r>
          </a:p>
        </p:txBody>
      </p:sp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9AE92587-CB57-4F6E-8EA2-83E3A87E9706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9603053" y="1808843"/>
            <a:ext cx="1993635" cy="41895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4A20A63E-F6ED-4441-9562-588AC72CAE1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6135688"/>
            <a:ext cx="9140031" cy="1154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75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5F74B-6A97-4B13-B2AD-5ABEF471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44982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 goes here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242DD897-A227-4EE6-B0BE-ABBA9BFD58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661" y="723900"/>
            <a:ext cx="11003027" cy="323165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>
              <a:defRPr lang="en-US" sz="15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5116EF4-EDE2-4985-AFAE-ECA4F0D6CE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3990" y="1280514"/>
            <a:ext cx="5381625" cy="5039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BE374B-D885-4C34-BB8B-7886C7C0AAB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593990" y="1912938"/>
            <a:ext cx="5382948" cy="16258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F5F3A83D-93CE-4976-8A1E-1FD341BFB96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3990" y="3740217"/>
            <a:ext cx="5381625" cy="5039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2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00ADD461-7177-47D6-BB90-DD0982C41E6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93990" y="4370833"/>
            <a:ext cx="5382948" cy="16258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D157D37-8433-4C93-9DFE-D01B2D5A24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13741" y="1280514"/>
            <a:ext cx="5381625" cy="5039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3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1F4736F1-5251-4DEB-B321-274285E1D2B4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13740" y="1912938"/>
            <a:ext cx="5382948" cy="16258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0F78D82-049B-4225-B6B2-3C963C967B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3741" y="3740217"/>
            <a:ext cx="5381625" cy="5039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4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283462C5-37B9-4807-9A98-C046BF42845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13740" y="4370833"/>
            <a:ext cx="5382948" cy="16258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418ACE11-13AA-43E4-B0E2-3369156338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6135688"/>
            <a:ext cx="9140031" cy="1154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75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5F74B-6A97-4B13-B2AD-5ABEF471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9865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tems with Feature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 goes here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A552AA7-5EEF-44FE-BC86-324CE6243E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661" y="723900"/>
            <a:ext cx="11003027" cy="323165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>
              <a:defRPr lang="en-US" sz="15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5116EF4-EDE2-4985-AFAE-ECA4F0D6CE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3990" y="1702288"/>
            <a:ext cx="5382948" cy="9233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1 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210BC1-0EF7-4E0D-B180-D97A6B3A3E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3991" y="2750176"/>
            <a:ext cx="5372364" cy="64972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Enter text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F5F3A83D-93CE-4976-8A1E-1FD341BFB96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3990" y="4094968"/>
            <a:ext cx="5382948" cy="9233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2 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0294A288-1C96-4F4A-857E-7950F444158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3991" y="5151120"/>
            <a:ext cx="5372364" cy="64972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Enter text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D157D37-8433-4C93-9DFE-D01B2D5A24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23003" y="1702288"/>
            <a:ext cx="5373020" cy="9233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3 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25D1C507-ACA1-48D9-9CA9-C01A744440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24324" y="2750176"/>
            <a:ext cx="5372364" cy="64972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Enter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0F78D82-049B-4225-B6B2-3C963C967B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23003" y="4094968"/>
            <a:ext cx="5373020" cy="9233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4 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2BD8E753-9439-484D-A881-CA6DF8EC29E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24324" y="5151120"/>
            <a:ext cx="5372364" cy="64972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Enter text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943AD6C-88A1-4D6C-B6AD-35A3DF3F76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6135688"/>
            <a:ext cx="9140031" cy="1154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75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5F74B-6A97-4B13-B2AD-5ABEF471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0F4379-3C3D-4449-9729-A61F86FBE6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9438" y="3681186"/>
            <a:ext cx="3639344" cy="0"/>
          </a:xfrm>
          <a:prstGeom prst="line">
            <a:avLst/>
          </a:prstGeom>
          <a:ln w="31750" cap="rnd">
            <a:solidFill>
              <a:srgbClr val="100FEB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5B4805-9C3D-49F6-8AC2-C36D26BA0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07126" y="3681186"/>
            <a:ext cx="3639344" cy="0"/>
          </a:xfrm>
          <a:prstGeom prst="line">
            <a:avLst/>
          </a:prstGeom>
          <a:ln w="31750" cap="rnd">
            <a:solidFill>
              <a:srgbClr val="100FEB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51387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 goes here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A644BFC4-FBC2-42E2-8D7A-A09C397FC6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661" y="723900"/>
            <a:ext cx="11003027" cy="323165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>
              <a:defRPr lang="en-US" sz="15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5116EF4-EDE2-4985-AFAE-ECA4F0D6CE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3990" y="1280514"/>
            <a:ext cx="3509698" cy="5039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1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C099C6-940D-49FB-BD68-E7B3F9EB75B2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593990" y="1912974"/>
            <a:ext cx="3509698" cy="16258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D157D37-8433-4C93-9DFE-D01B2D5A24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40525" y="1280514"/>
            <a:ext cx="3520246" cy="5039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2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8F7D259D-C489-4C8B-952D-658D9F68F90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339993" y="1912974"/>
            <a:ext cx="3509698" cy="16258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5B2EAF52-FAB7-4467-A133-97EC1BE850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75777" y="1280514"/>
            <a:ext cx="3520247" cy="5039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3</a:t>
            </a:r>
          </a:p>
        </p:txBody>
      </p:sp>
      <p:sp>
        <p:nvSpPr>
          <p:cNvPr id="24" name="Content Placeholder 5">
            <a:extLst>
              <a:ext uri="{FF2B5EF4-FFF2-40B4-BE49-F238E27FC236}">
                <a16:creationId xmlns:a16="http://schemas.microsoft.com/office/drawing/2014/main" id="{E5DF430A-D376-42C7-B715-364A3D13084D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8087651" y="1912974"/>
            <a:ext cx="3509698" cy="16258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F5F3A83D-93CE-4976-8A1E-1FD341BFB96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3990" y="3740217"/>
            <a:ext cx="3509698" cy="5039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4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33360856-EEBC-45CA-A9D0-BC9DE73605F3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93990" y="4372515"/>
            <a:ext cx="3509698" cy="16258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0F78D82-049B-4225-B6B2-3C963C967B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40490" y="3740217"/>
            <a:ext cx="3512344" cy="5039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5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FB52A3B1-D374-419E-9FE3-D3CBC81E6B7D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4339993" y="4372515"/>
            <a:ext cx="3509698" cy="16258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FCC978F0-6D58-4472-ABF1-7A27052A926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86817" y="3740217"/>
            <a:ext cx="3509207" cy="5039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6</a:t>
            </a:r>
          </a:p>
        </p:txBody>
      </p:sp>
      <p:sp>
        <p:nvSpPr>
          <p:cNvPr id="27" name="Content Placeholder 5">
            <a:extLst>
              <a:ext uri="{FF2B5EF4-FFF2-40B4-BE49-F238E27FC236}">
                <a16:creationId xmlns:a16="http://schemas.microsoft.com/office/drawing/2014/main" id="{D6B5E360-0940-4FA1-99A8-14428F1BD280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8087651" y="4372515"/>
            <a:ext cx="3509698" cy="16258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B0BB9CE8-314F-4B47-864B-E57BC54DE7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6135688"/>
            <a:ext cx="9140031" cy="1154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75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5F74B-6A97-4B13-B2AD-5ABEF471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3580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Right Anchor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DBF674-95B9-41B9-9C26-240117AF9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13740" y="-1"/>
            <a:ext cx="5978260" cy="6135688"/>
          </a:xfrm>
          <a:prstGeom prst="rect">
            <a:avLst/>
          </a:prstGeom>
          <a:solidFill>
            <a:srgbClr val="C0C0C0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0DA8DE7-3F8D-4C09-94CF-3FDDC344C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 goes here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6991225-F359-45DD-843A-08F2AE2280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661" y="723900"/>
            <a:ext cx="5383277" cy="323165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>
              <a:defRPr lang="en-US" sz="15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A4E921-B332-46FC-BE33-BF16153BC5D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93991" y="1270001"/>
            <a:ext cx="5372364" cy="47283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9CE7F4D9-56D6-412C-BBAC-D53DCD3CA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6135688"/>
            <a:ext cx="9140031" cy="1154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75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69FB9-F826-4F73-A8F7-4A5503B6A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E35CB-2423-4891-AD8A-A1DCB52CC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0056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Left Anchor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DBF674-95B9-41B9-9C26-240117AF9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1270000"/>
            <a:ext cx="4103688" cy="4865687"/>
          </a:xfrm>
          <a:prstGeom prst="rect">
            <a:avLst/>
          </a:prstGeom>
          <a:solidFill>
            <a:srgbClr val="C0C0C0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0DA8DE7-3F8D-4C09-94CF-3FDDC344C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 goes here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6991225-F359-45DD-843A-08F2AE2280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661" y="723900"/>
            <a:ext cx="5383277" cy="323165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>
              <a:defRPr lang="en-US" sz="15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A4E921-B332-46FC-BE33-BF16153BC5D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40491" y="1270001"/>
            <a:ext cx="7244950" cy="47283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9CE7F4D9-56D6-412C-BBAC-D53DCD3CA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6135688"/>
            <a:ext cx="9140031" cy="1154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75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69FB9-F826-4F73-A8F7-4A5503B6A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E35CB-2423-4891-AD8A-A1DCB52CC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4044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Floatin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DBF674-95B9-41B9-9C26-240117AF9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13741" y="232834"/>
            <a:ext cx="5748074" cy="5801083"/>
          </a:xfrm>
          <a:prstGeom prst="rect">
            <a:avLst/>
          </a:prstGeom>
          <a:solidFill>
            <a:srgbClr val="C0C0C0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0DA8DE7-3F8D-4C09-94CF-3FDDC344C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 goes here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6991225-F359-45DD-843A-08F2AE2280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661" y="723900"/>
            <a:ext cx="5383277" cy="323165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>
              <a:defRPr lang="en-US" sz="15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A4E921-B332-46FC-BE33-BF16153BC5D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93991" y="1270001"/>
            <a:ext cx="5372364" cy="47283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9CE7F4D9-56D6-412C-BBAC-D53DCD3CA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6135688"/>
            <a:ext cx="9140031" cy="1154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75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69FB9-F826-4F73-A8F7-4A5503B6A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E35CB-2423-4891-AD8A-A1DCB52CC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5204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ircula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DBF674-95B9-41B9-9C26-240117AF9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25648" y="654642"/>
            <a:ext cx="5497193" cy="5403996"/>
          </a:xfrm>
          <a:prstGeom prst="ellipse">
            <a:avLst/>
          </a:prstGeom>
          <a:solidFill>
            <a:srgbClr val="C0C0C0"/>
          </a:solidFill>
        </p:spPr>
        <p:txBody>
          <a:bodyPr vert="horz" lIns="0" tIns="45720" rIns="0" bIns="45720" rtlCol="0" anchor="ctr">
            <a:noAutofit/>
          </a:bodyPr>
          <a:lstStyle>
            <a:lvl1pPr>
              <a:defRPr lang="en-US" dirty="0"/>
            </a:lvl1pPr>
          </a:lstStyle>
          <a:p>
            <a:pPr lvl="0" algn="ctr"/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4ED90FA-9059-4A06-9E7A-4B1A16277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 goes here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D160304-570D-4E4C-B151-EEF8C1FC33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662" y="723900"/>
            <a:ext cx="5383277" cy="323165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>
              <a:defRPr lang="en-US" sz="15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DC5BB8FC-5DD8-4825-A2EB-1344AF5B156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93991" y="1270001"/>
            <a:ext cx="5372364" cy="47283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AC3E647-3758-4D64-9F7D-E97097388A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6135688"/>
            <a:ext cx="9140031" cy="1154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75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69FB9-F826-4F73-A8F7-4A5503B6A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E35CB-2423-4891-AD8A-A1DCB52CC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490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Header and Right Anchor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DBF674-95B9-41B9-9C26-240117AF9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13740" y="-1"/>
            <a:ext cx="5978260" cy="6135688"/>
          </a:xfrm>
          <a:prstGeom prst="rect">
            <a:avLst/>
          </a:prstGeom>
          <a:solidFill>
            <a:srgbClr val="C0C0C0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0DA8DE7-3F8D-4C09-94CF-3FDDC344C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 goes here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6991225-F359-45DD-843A-08F2AE2280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661" y="723900"/>
            <a:ext cx="5383277" cy="323165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>
              <a:defRPr lang="en-US" sz="15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4087C4-FD94-4115-BEE2-5A92A13467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4244" y="1270001"/>
            <a:ext cx="5372693" cy="5039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A4E921-B332-46FC-BE33-BF16153BC5D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93991" y="1902460"/>
            <a:ext cx="5372364" cy="40958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9CE7F4D9-56D6-412C-BBAC-D53DCD3CA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6135688"/>
            <a:ext cx="9140031" cy="1154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75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69FB9-F826-4F73-A8F7-4A5503B6A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E35CB-2423-4891-AD8A-A1DCB52CC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02416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Header and Left Anchor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DBF674-95B9-41B9-9C26-240117AF9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1270000"/>
            <a:ext cx="4103688" cy="4865687"/>
          </a:xfrm>
          <a:prstGeom prst="rect">
            <a:avLst/>
          </a:prstGeom>
          <a:solidFill>
            <a:srgbClr val="C0C0C0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0DA8DE7-3F8D-4C09-94CF-3FDDC344C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 goes here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6991225-F359-45DD-843A-08F2AE2280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661" y="723900"/>
            <a:ext cx="5383277" cy="323165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>
              <a:defRPr lang="en-US" sz="15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4087C4-FD94-4115-BEE2-5A92A13467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0630" y="1270001"/>
            <a:ext cx="7245394" cy="5039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A4E921-B332-46FC-BE33-BF16153BC5D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40491" y="1902460"/>
            <a:ext cx="7244950" cy="40958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9CE7F4D9-56D6-412C-BBAC-D53DCD3CA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6135688"/>
            <a:ext cx="9140031" cy="1154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75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69FB9-F826-4F73-A8F7-4A5503B6A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E35CB-2423-4891-AD8A-A1DCB52CC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6980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Header and Floatin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DBF674-95B9-41B9-9C26-240117AF9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13741" y="232834"/>
            <a:ext cx="5748074" cy="5801083"/>
          </a:xfrm>
          <a:prstGeom prst="rect">
            <a:avLst/>
          </a:prstGeom>
          <a:solidFill>
            <a:srgbClr val="C0C0C0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0DA8DE7-3F8D-4C09-94CF-3FDDC344C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 goes here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6991225-F359-45DD-843A-08F2AE2280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661" y="723900"/>
            <a:ext cx="5383277" cy="323165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>
              <a:defRPr lang="en-US" sz="15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4087C4-FD94-4115-BEE2-5A92A13467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4244" y="1270001"/>
            <a:ext cx="5372693" cy="5039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A4E921-B332-46FC-BE33-BF16153BC5D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93991" y="1902460"/>
            <a:ext cx="5372364" cy="40958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9CE7F4D9-56D6-412C-BBAC-D53DCD3CA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6135688"/>
            <a:ext cx="9140031" cy="1154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750" dirty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69FB9-F826-4F73-A8F7-4A5503B6A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E35CB-2423-4891-AD8A-A1DCB52CC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72059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Header and Circula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DBF674-95B9-41B9-9C26-240117AF9A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25648" y="654642"/>
            <a:ext cx="5497193" cy="5403996"/>
          </a:xfrm>
          <a:prstGeom prst="ellipse">
            <a:avLst/>
          </a:prstGeom>
          <a:solidFill>
            <a:srgbClr val="C0C0C0"/>
          </a:solidFill>
        </p:spPr>
        <p:txBody>
          <a:bodyPr vert="horz" lIns="0" tIns="45720" rIns="0" bIns="45720" rtlCol="0" anchor="ctr">
            <a:noAutofit/>
          </a:bodyPr>
          <a:lstStyle>
            <a:lvl1pPr>
              <a:defRPr lang="en-US" dirty="0"/>
            </a:lvl1pPr>
          </a:lstStyle>
          <a:p>
            <a:pPr lvl="0" algn="ctr"/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4ED90FA-9059-4A06-9E7A-4B1A162773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 goes here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D160304-570D-4E4C-B151-EEF8C1FC33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662" y="723900"/>
            <a:ext cx="5383277" cy="323165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>
              <a:defRPr lang="en-US" sz="15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4087C4-FD94-4115-BEE2-5A92A13467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4244" y="1270001"/>
            <a:ext cx="5372693" cy="5039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>
            <a:lvl1pPr>
              <a:defRPr lang="en-US" sz="3000" b="0" dirty="0">
                <a:solidFill>
                  <a:schemeClr val="tx2"/>
                </a:solidFill>
              </a:defRPr>
            </a:lvl1pPr>
          </a:lstStyle>
          <a:p>
            <a:pPr lvl="0" defTabSz="380985"/>
            <a:r>
              <a:rPr lang="en-US"/>
              <a:t>Column 1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DC5BB8FC-5DD8-4825-A2EB-1344AF5B156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93991" y="1902460"/>
            <a:ext cx="5372364" cy="40958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AC3E647-3758-4D64-9F7D-E97097388A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6135688"/>
            <a:ext cx="9140031" cy="1154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75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69FB9-F826-4F73-A8F7-4A5503B6A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E35CB-2423-4891-AD8A-A1DCB52CC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0829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Wid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FDC9-03EC-4780-AB22-9216CFC2ED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Slide title 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BA0DE0-4B25-43B8-8E6F-74C3405808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661" y="723900"/>
            <a:ext cx="11003027" cy="323165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>
              <a:defRPr lang="en-US" sz="1500" b="0" dirty="0">
                <a:solidFill>
                  <a:schemeClr val="bg2"/>
                </a:solidFill>
                <a:latin typeface="Avenir Next World Demi" panose="020B0703020202020204" pitchFamily="34" charset="0"/>
                <a:cs typeface="Avenir Next World Demi" panose="020B0703020202020204" pitchFamily="34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5F74B-6A97-4B13-B2AD-5ABEF471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C66FB32-FD41-4B94-94D3-5FFF730D9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6135688"/>
            <a:ext cx="9140031" cy="1154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750" b="0" dirty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13E39-A678-4E9B-92AB-F73802BF5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1CBB990-BDF1-48A7-8AFA-F45FFB28347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270000"/>
            <a:ext cx="12192000" cy="4864365"/>
          </a:xfrm>
          <a:solidFill>
            <a:srgbClr val="C0C0C0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40327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F20A47-3BC9-4F59-A585-3553FF87E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C0C0"/>
          </a:solidFill>
        </p:spPr>
        <p:txBody>
          <a:bodyPr vert="horz" lIns="0" tIns="45720" rIns="0" bIns="45720" rtlCol="0" anchor="ctr">
            <a:noAutofit/>
          </a:bodyPr>
          <a:lstStyle>
            <a:lvl1pPr>
              <a:defRPr lang="en-US" dirty="0"/>
            </a:lvl1pPr>
          </a:lstStyle>
          <a:p>
            <a:pPr lvl="0" algn="ctr"/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C04704A-B770-4324-A065-D1CEA87457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6135688"/>
            <a:ext cx="9140031" cy="1154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750" b="0" dirty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063E23-9DCD-4E1F-9368-6179F34ED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F370F-4517-4A23-8C61-7CE12876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C46D9E4-F787-4704-91C2-37610DA6E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28502" y="6329634"/>
            <a:ext cx="1168186" cy="19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3590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45F5D4A-81FC-4B5C-A812-BC5A9003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990" y="6135688"/>
            <a:ext cx="9140031" cy="115416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>
              <a:defRPr lang="en-US" sz="750" b="0" dirty="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en-US"/>
              <a:t>Source goes here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5F995F-18A6-40E9-AA03-2CE8EF7AA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060F6B-F49E-483C-9EDB-15F56DC97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73199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ECC508F-0E2E-4C83-8717-678988DA1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F9A816-3A7D-4020-8D83-4AA219C5CEE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7A646FD-49D1-42DB-A71B-A6A4C9C43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59CE55B-5F4F-4D8C-98E2-2B9834E0E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5938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4C515-E947-8A2B-D100-D9D851C6C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EB8377-A018-B731-CA29-8EF1F6C6A9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386EA-21F8-1B5F-D90D-61C9F42285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4706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8B216-2EAA-4847-9241-BF03FF64D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F9A816-3A7D-4020-8D83-4AA219C5CEE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F4836C6-3813-B8A3-976D-CC5F7FA88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8921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81F62E-F8C7-6580-F147-D86AE66E2E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88A3D5-B5D1-26BD-967A-6C1162539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A9EA6F-B13C-03F6-564F-4C703282C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A816-3A7D-4020-8D83-4AA219C5CEEE}" type="datetimeFigureOut">
              <a:rPr lang="zh-CN" altLang="en-US" smtClean="0"/>
              <a:t>2025/9/3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3D31A4-1719-EE84-E1F2-418759441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3EA0B1-2496-4134-50C3-C021A335F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735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3661" y="364687"/>
            <a:ext cx="11002363" cy="33214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Slide title goes here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B5F53D9-B0A8-4B83-BFB8-7947796D5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3990" y="1016001"/>
            <a:ext cx="11002033" cy="498069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3083" y="6388448"/>
            <a:ext cx="8770938" cy="128240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lang="en-US" sz="833"/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3991" y="6388448"/>
            <a:ext cx="253999" cy="128240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>
              <a:defRPr sz="833">
                <a:solidFill>
                  <a:schemeClr val="tx1"/>
                </a:solidFill>
              </a:defRPr>
            </a:lvl1pPr>
          </a:lstStyle>
          <a:p>
            <a:fld id="{6557EB8F-1320-4528-AFCF-D6FDB4E693C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966D74C-F830-4415-A191-A6D50CA2A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0428502" y="6329634"/>
            <a:ext cx="1168186" cy="19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484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</p:sldLayoutIdLst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lang="en-US" sz="2333" b="0" kern="1200" dirty="0">
          <a:solidFill>
            <a:schemeClr val="bg2"/>
          </a:solidFill>
          <a:latin typeface="+mj-lt"/>
          <a:ea typeface="+mj-ea"/>
          <a:cs typeface="Avenir Next World" panose="020B0503020202020204" pitchFamily="34" charset="0"/>
        </a:defRPr>
      </a:lvl1pPr>
    </p:titleStyle>
    <p:bodyStyle>
      <a:lvl1pPr marL="0" indent="0" algn="l" defTabSz="914363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667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52394" indent="-152394" algn="l" defTabSz="914363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lang="en-US" sz="15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304788" indent="-152394" algn="l" defTabSz="914363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–"/>
        <a:defRPr lang="en-US" sz="1333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457182" indent="-152394" algn="l" defTabSz="914363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lang="en-US" sz="1167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609576" indent="-152394" algn="l" defTabSz="914363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–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08">
          <p15:clr>
            <a:srgbClr val="A4A3A4"/>
          </p15:clr>
        </p15:guide>
        <p15:guide id="4" pos="360">
          <p15:clr>
            <a:srgbClr val="A4A3A4"/>
          </p15:clr>
        </p15:guide>
        <p15:guide id="7" pos="1776">
          <p15:clr>
            <a:srgbClr val="A4A3A4"/>
          </p15:clr>
        </p15:guide>
        <p15:guide id="8" pos="3192">
          <p15:clr>
            <a:srgbClr val="A4A3A4"/>
          </p15:clr>
        </p15:guide>
        <p15:guide id="9" pos="6024">
          <p15:clr>
            <a:srgbClr val="A4A3A4"/>
          </p15:clr>
        </p15:guide>
        <p15:guide id="10" pos="7440">
          <p15:clr>
            <a:srgbClr val="A4A3A4"/>
          </p15:clr>
        </p15:guide>
        <p15:guide id="11" pos="449">
          <p15:clr>
            <a:srgbClr val="5ACBF0"/>
          </p15:clr>
        </p15:guide>
        <p15:guide id="12" pos="8766">
          <p15:clr>
            <a:srgbClr val="5ACBF0"/>
          </p15:clr>
        </p15:guide>
        <p15:guide id="13" orient="horz" pos="960">
          <p15:clr>
            <a:srgbClr val="A4A3A4"/>
          </p15:clr>
        </p15:guide>
        <p15:guide id="14" orient="horz" pos="768">
          <p15:clr>
            <a:srgbClr val="A4A3A4"/>
          </p15:clr>
        </p15:guide>
        <p15:guide id="15" orient="horz" pos="4638">
          <p15:clr>
            <a:srgbClr val="A4A3A4"/>
          </p15:clr>
        </p15:guide>
        <p15:guide id="16" orient="horz" pos="264">
          <p15:clr>
            <a:srgbClr val="A4A3A4"/>
          </p15:clr>
        </p15:guide>
        <p15:guide id="17" orient="horz" pos="4926">
          <p15:clr>
            <a:srgbClr val="A4A3A4"/>
          </p15:clr>
        </p15:guide>
        <p15:guide id="18" pos="1688">
          <p15:clr>
            <a:srgbClr val="5ACBF0"/>
          </p15:clr>
        </p15:guide>
        <p15:guide id="19" pos="1863">
          <p15:clr>
            <a:srgbClr val="5ACBF0"/>
          </p15:clr>
        </p15:guide>
        <p15:guide id="20" pos="3102">
          <p15:clr>
            <a:srgbClr val="5ACBF0"/>
          </p15:clr>
        </p15:guide>
        <p15:guide id="21" pos="3281">
          <p15:clr>
            <a:srgbClr val="5ACBF0"/>
          </p15:clr>
        </p15:guide>
        <p15:guide id="22" pos="4697">
          <p15:clr>
            <a:srgbClr val="5ACBF0"/>
          </p15:clr>
        </p15:guide>
        <p15:guide id="23" pos="4518">
          <p15:clr>
            <a:srgbClr val="5ACBF0"/>
          </p15:clr>
        </p15:guide>
        <p15:guide id="24" pos="6111">
          <p15:clr>
            <a:srgbClr val="5ACBF0"/>
          </p15:clr>
        </p15:guide>
        <p15:guide id="25" pos="5936">
          <p15:clr>
            <a:srgbClr val="5ACBF0"/>
          </p15:clr>
        </p15:guide>
        <p15:guide id="26" pos="7350">
          <p15:clr>
            <a:srgbClr val="5ACBF0"/>
          </p15:clr>
        </p15:guide>
        <p15:guide id="27" pos="7526">
          <p15:clr>
            <a:srgbClr val="5ACBF0"/>
          </p15:clr>
        </p15:guide>
        <p15:guide id="30" pos="8856">
          <p15:clr>
            <a:srgbClr val="A4A3A4"/>
          </p15:clr>
        </p15:guide>
        <p15:guide id="31" pos="2397">
          <p15:clr>
            <a:srgbClr val="FBAE40"/>
          </p15:clr>
        </p15:guide>
        <p15:guide id="32" pos="2561">
          <p15:clr>
            <a:srgbClr val="FBAE40"/>
          </p15:clr>
        </p15:guide>
        <p15:guide id="33" pos="6645">
          <p15:clr>
            <a:srgbClr val="FBAE40"/>
          </p15:clr>
        </p15:guide>
        <p15:guide id="34" pos="6820">
          <p15:clr>
            <a:srgbClr val="FBAE4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82BB89-56DD-9C2F-27DD-44CAF51A4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Operational Data Integration and Intelligent Reporting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659FA1-51CA-DFA8-8B9F-2F5D6A1A01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3661" y="723900"/>
            <a:ext cx="11003027" cy="338554"/>
          </a:xfrm>
        </p:spPr>
        <p:txBody>
          <a:bodyPr/>
          <a:lstStyle/>
          <a:p>
            <a:r>
              <a:rPr lang="en-US" altLang="zh-CN" sz="1600" b="1" dirty="0">
                <a:solidFill>
                  <a:schemeClr val="tx2"/>
                </a:solidFill>
              </a:rPr>
              <a:t>Traditional Data Management</a:t>
            </a:r>
            <a:r>
              <a:rPr lang="zh-CN" altLang="en-US" sz="1600" b="1" dirty="0">
                <a:solidFill>
                  <a:schemeClr val="tx2"/>
                </a:solidFill>
              </a:rPr>
              <a:t> </a:t>
            </a:r>
            <a:r>
              <a:rPr lang="en-US" altLang="zh-CN" sz="1600" b="1" dirty="0">
                <a:solidFill>
                  <a:schemeClr val="tx2"/>
                </a:solidFill>
              </a:rPr>
              <a:t>and</a:t>
            </a:r>
            <a:r>
              <a:rPr lang="zh-CN" altLang="en-US" sz="1600" b="1" dirty="0">
                <a:solidFill>
                  <a:schemeClr val="tx2"/>
                </a:solidFill>
              </a:rPr>
              <a:t> </a:t>
            </a:r>
            <a:r>
              <a:rPr lang="en-US" altLang="zh-CN" sz="1600" b="1" dirty="0">
                <a:solidFill>
                  <a:schemeClr val="tx2"/>
                </a:solidFill>
              </a:rPr>
              <a:t>Report</a:t>
            </a:r>
            <a:endParaRPr lang="zh-CN" altLang="en-US" sz="1600" b="1" dirty="0">
              <a:solidFill>
                <a:schemeClr val="tx2"/>
              </a:solidFill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A224C0-22A1-BD14-8D4C-4366104791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810BEFD-9A3E-BF66-5A91-49F2072F5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830573"/>
              </p:ext>
            </p:extLst>
          </p:nvPr>
        </p:nvGraphicFramePr>
        <p:xfrm>
          <a:off x="592999" y="1142364"/>
          <a:ext cx="11003025" cy="45732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7278">
                  <a:extLst>
                    <a:ext uri="{9D8B030D-6E8A-4147-A177-3AD203B41FA5}">
                      <a16:colId xmlns:a16="http://schemas.microsoft.com/office/drawing/2014/main" val="2728807094"/>
                    </a:ext>
                  </a:extLst>
                </a:gridCol>
                <a:gridCol w="5367842">
                  <a:extLst>
                    <a:ext uri="{9D8B030D-6E8A-4147-A177-3AD203B41FA5}">
                      <a16:colId xmlns:a16="http://schemas.microsoft.com/office/drawing/2014/main" val="2571336050"/>
                    </a:ext>
                  </a:extLst>
                </a:gridCol>
                <a:gridCol w="4027905">
                  <a:extLst>
                    <a:ext uri="{9D8B030D-6E8A-4147-A177-3AD203B41FA5}">
                      <a16:colId xmlns:a16="http://schemas.microsoft.com/office/drawing/2014/main" val="1917370498"/>
                    </a:ext>
                  </a:extLst>
                </a:gridCol>
              </a:tblGrid>
              <a:tr h="499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Phase</a:t>
                      </a:r>
                    </a:p>
                  </a:txBody>
                  <a:tcPr marL="123825" marR="123825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Method</a:t>
                      </a:r>
                    </a:p>
                  </a:txBody>
                  <a:tcPr marL="123825" marR="123825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Impact</a:t>
                      </a:r>
                    </a:p>
                  </a:txBody>
                  <a:tcPr marL="123825" marR="123825" marT="57150" marB="5715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521494"/>
                  </a:ext>
                </a:extLst>
              </a:tr>
              <a:tr h="1133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effectLst/>
                        </a:rPr>
                        <a:t>Data Storage</a:t>
                      </a: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</a:rPr>
                        <a:t>Independent management systems (OEE, MES, SFC, SAP);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</a:rPr>
                        <a:t> Paper documents;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</a:rPr>
                        <a:t> Shared drives and folders (Excel/CSV);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</a:rPr>
                        <a:t>Distributed on personal computers; Personal regular backups or no backups; Network drives for casual storage</a:t>
                      </a: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</a:rPr>
                        <a:t>Data fragmentation with multiple versions, missing master data, difficult traceability and auditing;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</a:rPr>
                        <a:t>High risk of data loss and leakage, uncontrollable permissions, insufficient audit trails;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</a:rPr>
                        <a:t>No disaster recovery guarantee, critical data may be permanently lost</a:t>
                      </a: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022026"/>
                  </a:ext>
                </a:extLst>
              </a:tr>
              <a:tr h="10517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effectLst/>
                        </a:rPr>
                        <a:t>Data Collection</a:t>
                      </a: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</a:rPr>
                        <a:t>Manual forms and Excel consolidation;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</a:rPr>
                        <a:t>Manual cleaning, temporary scripts, word-of-mouth rules;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</a:rPr>
                        <a:t>Point-to-point export/import, manual sampling entry</a:t>
                      </a: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</a:rPr>
                        <a:t>Error-prone manual processes, low efficiency;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</a:rPr>
                        <a:t>Rules are not reusable and easily distorted, unstable data quality, long go-live cycles;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</a:rPr>
                        <a:t>High integration costs, poor stability, prone to "data silos"</a:t>
                      </a: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241944"/>
                  </a:ext>
                </a:extLst>
              </a:tr>
              <a:tr h="974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effectLst/>
                        </a:rPr>
                        <a:t>Data Transmission</a:t>
                      </a: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</a:rPr>
                        <a:t>Email/Teams file transfer and screenshots;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</a:rPr>
                        <a:t>Email/chat data pulling and frequent reminders;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</a:rPr>
                        <a:t>Offline meetings for data reconciliation; File overwrite/rename; Changes broadcast via email</a:t>
                      </a: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</a:rPr>
                        <a:t>Long communication chains, frequent rework;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</a:rPr>
                        <a:t>Fragmented information difficult to consolidate, repetitive communication and long waiting times;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</a:rPr>
                        <a:t> No unified version control and audit trails, difficult rollback, frequent misuse</a:t>
                      </a: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463982"/>
                  </a:ext>
                </a:extLst>
              </a:tr>
              <a:tr h="7637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effectLst/>
                        </a:rPr>
                        <a:t>Report Presentation</a:t>
                      </a: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</a:rPr>
                        <a:t>Excel attachments/screenshots, paper reports, temporary reports;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</a:rPr>
                        <a:t>Data mostly weekly/monthly summaries, unable to adjust production scheduling and human-machine-material coordination timely;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</a:rPr>
                        <a:t>Each department calculates separately, varied data sources;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</a:rPr>
                        <a:t> Each department maintains definitions, definitions hidden in reports</a:t>
                      </a: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</a:rPr>
                        <a:t>Inconsistent definitions, information lag, difficult drill-down and linkage analysis;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</a:rPr>
                        <a:t>Poor timeliness, delayed decisions;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effectLst/>
                        </a:rPr>
                        <a:t>Difficult to unify and change definitions, high cross-department alignment costs, frequent disputes</a:t>
                      </a: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68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2817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A9707-157D-B073-D864-193051463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EE43CFCE-3878-E0BB-8926-97BB4A89AA24}"/>
              </a:ext>
            </a:extLst>
          </p:cNvPr>
          <p:cNvSpPr/>
          <p:nvPr/>
        </p:nvSpPr>
        <p:spPr>
          <a:xfrm>
            <a:off x="471638" y="2245018"/>
            <a:ext cx="11261044" cy="2229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F2305B4-2AF2-421D-4661-1416C7DBB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Operational Data Integration and Intelligent Reporting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2A07763-CABC-97AF-0707-0BBF6B3AE8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3661" y="723900"/>
            <a:ext cx="11002348" cy="323165"/>
          </a:xfrm>
        </p:spPr>
        <p:txBody>
          <a:bodyPr/>
          <a:lstStyle/>
          <a:p>
            <a:r>
              <a:rPr lang="en-US" altLang="zh-CN" dirty="0"/>
              <a:t>4-Step Implementation Roadmap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D0BC7A0A-AA72-E24A-8C3D-34BDE065F272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593990" y="2258506"/>
            <a:ext cx="2570427" cy="187420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</a:rPr>
              <a:t>Key Activities </a:t>
            </a: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：</a:t>
            </a:r>
            <a:endParaRPr lang="en-US" altLang="zh-CN" sz="1200" dirty="0"/>
          </a:p>
          <a:p>
            <a:pPr marL="438144" lvl="1" indent="-285750"/>
            <a:r>
              <a:rPr lang="en-US" altLang="zh-CN" sz="1033" dirty="0"/>
              <a:t>Establish master data and data dictionary, unify field naming/units/precision</a:t>
            </a:r>
          </a:p>
          <a:p>
            <a:pPr marL="438144" lvl="1" indent="-285750"/>
            <a:r>
              <a:rPr lang="en-US" altLang="zh-CN" sz="1033" dirty="0"/>
              <a:t>Connect OEE/MES/SFC/SAP, implement dimensional-fact data model</a:t>
            </a:r>
          </a:p>
          <a:p>
            <a:pPr marL="438144" lvl="1" indent="-285750"/>
            <a:r>
              <a:rPr lang="en-US" altLang="zh-CN" sz="1033" dirty="0"/>
              <a:t>Build layered storage with access control/audit/backup strategy</a:t>
            </a:r>
            <a:endParaRPr lang="en-US" sz="1233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D94DDC4-6C80-63BD-99E9-C851D0CBBE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456C2F-FC7B-591A-225C-7C015BE357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 (Edit on Slide Master)   |   Month ##, 2021   |   Confidential, for Internal Use Only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90C51E-4C05-A7E2-A276-BD2F626379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D0300D1-3F1C-4290-A0D1-7CD19DBD990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7" name="Pentagon 50">
            <a:extLst>
              <a:ext uri="{FF2B5EF4-FFF2-40B4-BE49-F238E27FC236}">
                <a16:creationId xmlns:a16="http://schemas.microsoft.com/office/drawing/2014/main" id="{914AAFCC-A13A-4107-DD00-952E144CC894}"/>
              </a:ext>
            </a:extLst>
          </p:cNvPr>
          <p:cNvSpPr/>
          <p:nvPr/>
        </p:nvSpPr>
        <p:spPr>
          <a:xfrm>
            <a:off x="593662" y="1270001"/>
            <a:ext cx="2683998" cy="755264"/>
          </a:xfrm>
          <a:prstGeom prst="homePlate">
            <a:avLst>
              <a:gd name="adj" fmla="val 14479"/>
            </a:avLst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76200" bIns="76200" rtlCol="0" anchor="ctr" anchorCtr="0"/>
          <a:lstStyle/>
          <a:p>
            <a:pPr defTabSz="380985">
              <a:lnSpc>
                <a:spcPct val="120000"/>
              </a:lnSpc>
            </a:pPr>
            <a:r>
              <a:rPr lang="en-US" altLang="zh-CN" sz="2000" dirty="0">
                <a:solidFill>
                  <a:srgbClr val="FFFFFF"/>
                </a:solidFill>
                <a:latin typeface="Avenir Next World" panose="020B0503020202020204" pitchFamily="34" charset="0"/>
              </a:rPr>
              <a:t>Step 1 </a:t>
            </a:r>
          </a:p>
          <a:p>
            <a:pPr defTabSz="380985">
              <a:lnSpc>
                <a:spcPct val="120000"/>
              </a:lnSpc>
            </a:pPr>
            <a:r>
              <a:rPr lang="en-US" altLang="zh-CN" sz="1400" b="1" dirty="0">
                <a:solidFill>
                  <a:srgbClr val="FFFFFF"/>
                </a:solidFill>
                <a:latin typeface="Avenir Next World" panose="020B0503020202020204" pitchFamily="34" charset="0"/>
              </a:rPr>
              <a:t>Storage Standardization</a:t>
            </a:r>
          </a:p>
        </p:txBody>
      </p:sp>
      <p:sp>
        <p:nvSpPr>
          <p:cNvPr id="18" name="Chevron 51">
            <a:extLst>
              <a:ext uri="{FF2B5EF4-FFF2-40B4-BE49-F238E27FC236}">
                <a16:creationId xmlns:a16="http://schemas.microsoft.com/office/drawing/2014/main" id="{61EBFC87-81A8-84BB-49E1-E391FC7C154C}"/>
              </a:ext>
            </a:extLst>
          </p:cNvPr>
          <p:cNvSpPr/>
          <p:nvPr/>
        </p:nvSpPr>
        <p:spPr>
          <a:xfrm>
            <a:off x="3277660" y="1270001"/>
            <a:ext cx="2818341" cy="755264"/>
          </a:xfrm>
          <a:prstGeom prst="chevron">
            <a:avLst>
              <a:gd name="adj" fmla="val 15810"/>
            </a:avLst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76200" bIns="76200" rtlCol="0" anchor="ctr" anchorCtr="0"/>
          <a:lstStyle/>
          <a:p>
            <a:pPr defTabSz="380985">
              <a:lnSpc>
                <a:spcPct val="120000"/>
              </a:lnSpc>
            </a:pPr>
            <a:r>
              <a:rPr lang="en-US" altLang="zh-CN" sz="2000" dirty="0">
                <a:solidFill>
                  <a:srgbClr val="FFFFFF"/>
                </a:solidFill>
                <a:latin typeface="Avenir Next World" panose="020B0503020202020204" pitchFamily="34" charset="0"/>
              </a:rPr>
              <a:t>Step 2 </a:t>
            </a:r>
          </a:p>
          <a:p>
            <a:pPr defTabSz="380985">
              <a:lnSpc>
                <a:spcPct val="120000"/>
              </a:lnSpc>
            </a:pPr>
            <a:r>
              <a:rPr lang="en-US" altLang="zh-CN" sz="1400" b="1" dirty="0">
                <a:solidFill>
                  <a:srgbClr val="FFFFFF"/>
                </a:solidFill>
                <a:latin typeface="Avenir Next World" panose="020B0503020202020204" pitchFamily="34" charset="0"/>
              </a:rPr>
              <a:t>Collection Automation</a:t>
            </a:r>
            <a:endParaRPr lang="zh-CN" altLang="en-US" sz="1400" b="1" dirty="0">
              <a:solidFill>
                <a:srgbClr val="FFFFFF"/>
              </a:solidFill>
              <a:latin typeface="Avenir Next World" panose="020B0503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680E8FE-DEFD-A8BC-14C6-B3630D1720C7}"/>
              </a:ext>
            </a:extLst>
          </p:cNvPr>
          <p:cNvSpPr/>
          <p:nvPr/>
        </p:nvSpPr>
        <p:spPr>
          <a:xfrm>
            <a:off x="471638" y="4237904"/>
            <a:ext cx="11261044" cy="2229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137160" rIns="137160" bIns="137160" rtlCol="0" anchor="t"/>
          <a:lstStyle/>
          <a:p>
            <a:pPr algn="l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Chevron 51">
            <a:extLst>
              <a:ext uri="{FF2B5EF4-FFF2-40B4-BE49-F238E27FC236}">
                <a16:creationId xmlns:a16="http://schemas.microsoft.com/office/drawing/2014/main" id="{44731B31-0A6E-F379-8E4C-CA48D5511363}"/>
              </a:ext>
            </a:extLst>
          </p:cNvPr>
          <p:cNvSpPr/>
          <p:nvPr/>
        </p:nvSpPr>
        <p:spPr>
          <a:xfrm>
            <a:off x="6096000" y="1270001"/>
            <a:ext cx="2818341" cy="755264"/>
          </a:xfrm>
          <a:prstGeom prst="chevron">
            <a:avLst>
              <a:gd name="adj" fmla="val 15810"/>
            </a:avLst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76200" bIns="76200" rtlCol="0" anchor="ctr" anchorCtr="0"/>
          <a:lstStyle/>
          <a:p>
            <a:pPr defTabSz="380985">
              <a:lnSpc>
                <a:spcPct val="120000"/>
              </a:lnSpc>
            </a:pPr>
            <a:r>
              <a:rPr lang="en-US" altLang="zh-CN" sz="2000" dirty="0">
                <a:solidFill>
                  <a:srgbClr val="FFFFFF"/>
                </a:solidFill>
                <a:latin typeface="Avenir Next World" panose="020B0503020202020204" pitchFamily="34" charset="0"/>
              </a:rPr>
              <a:t>Step 3 </a:t>
            </a:r>
          </a:p>
          <a:p>
            <a:r>
              <a:rPr lang="en-US" altLang="zh-CN" sz="1400" b="1" dirty="0"/>
              <a:t>Data Fusion  &amp; Definition</a:t>
            </a:r>
          </a:p>
        </p:txBody>
      </p:sp>
      <p:sp>
        <p:nvSpPr>
          <p:cNvPr id="23" name="Chevron 51">
            <a:extLst>
              <a:ext uri="{FF2B5EF4-FFF2-40B4-BE49-F238E27FC236}">
                <a16:creationId xmlns:a16="http://schemas.microsoft.com/office/drawing/2014/main" id="{C0ABA8C1-C7C8-AEAA-E2EE-805C955A5E19}"/>
              </a:ext>
            </a:extLst>
          </p:cNvPr>
          <p:cNvSpPr/>
          <p:nvPr/>
        </p:nvSpPr>
        <p:spPr>
          <a:xfrm>
            <a:off x="8914341" y="1270001"/>
            <a:ext cx="2818341" cy="755264"/>
          </a:xfrm>
          <a:prstGeom prst="chevron">
            <a:avLst>
              <a:gd name="adj" fmla="val 15810"/>
            </a:avLst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76200" bIns="76200" rtlCol="0" anchor="ctr" anchorCtr="0"/>
          <a:lstStyle/>
          <a:p>
            <a:pPr defTabSz="380985">
              <a:lnSpc>
                <a:spcPct val="120000"/>
              </a:lnSpc>
            </a:pPr>
            <a:r>
              <a:rPr lang="en-US" altLang="zh-CN" sz="2000" dirty="0">
                <a:solidFill>
                  <a:srgbClr val="FFFFFF"/>
                </a:solidFill>
                <a:latin typeface="Avenir Next World" panose="020B0503020202020204" pitchFamily="34" charset="0"/>
              </a:rPr>
              <a:t>Step 4 </a:t>
            </a:r>
          </a:p>
          <a:p>
            <a:pPr defTabSz="380985">
              <a:lnSpc>
                <a:spcPct val="120000"/>
              </a:lnSpc>
            </a:pPr>
            <a:r>
              <a:rPr lang="en-US" altLang="zh-CN" sz="1400" b="1" dirty="0">
                <a:solidFill>
                  <a:srgbClr val="FFFFFF"/>
                </a:solidFill>
                <a:latin typeface="Avenir Next World" panose="020B0503020202020204" pitchFamily="34" charset="0"/>
              </a:rPr>
              <a:t>Visualization &amp; Access </a:t>
            </a:r>
            <a:endParaRPr lang="zh-CN" altLang="en-US" sz="1400" b="1" dirty="0">
              <a:solidFill>
                <a:srgbClr val="FFFFFF"/>
              </a:solidFill>
              <a:latin typeface="Avenir Next World" panose="020B0503020202020204" pitchFamily="34" charset="0"/>
            </a:endParaRPr>
          </a:p>
        </p:txBody>
      </p:sp>
      <p:sp>
        <p:nvSpPr>
          <p:cNvPr id="2" name="Content Placeholder 12">
            <a:extLst>
              <a:ext uri="{FF2B5EF4-FFF2-40B4-BE49-F238E27FC236}">
                <a16:creationId xmlns:a16="http://schemas.microsoft.com/office/drawing/2014/main" id="{6A712444-255D-A346-C8EC-2BF4DF3EF186}"/>
              </a:ext>
            </a:extLst>
          </p:cNvPr>
          <p:cNvSpPr txBox="1">
            <a:spLocks/>
          </p:cNvSpPr>
          <p:nvPr/>
        </p:nvSpPr>
        <p:spPr>
          <a:xfrm>
            <a:off x="3277660" y="2258506"/>
            <a:ext cx="2570427" cy="187420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363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2394" indent="-152394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4788" indent="-152394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lang="en-US" sz="1333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182" indent="-152394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16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9576" indent="-152394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99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</a:rPr>
              <a:t>Key Activities </a:t>
            </a: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：</a:t>
            </a:r>
            <a:endParaRPr lang="en-US" altLang="zh-CN" sz="1200" dirty="0"/>
          </a:p>
          <a:p>
            <a:pPr marL="438144" lvl="1" indent="-285750"/>
            <a:r>
              <a:rPr lang="en-US" altLang="zh-CN" sz="1033" dirty="0"/>
              <a:t>Unified API/message/batch sync, establish collection schedules and retry mechanisms</a:t>
            </a:r>
          </a:p>
          <a:p>
            <a:pPr marL="438144" lvl="1" indent="-285750"/>
            <a:r>
              <a:rPr lang="en-US" altLang="zh-CN" sz="1033" dirty="0"/>
              <a:t>Configurable rules and version management</a:t>
            </a:r>
          </a:p>
          <a:p>
            <a:pPr marL="438144" lvl="1" indent="-285750"/>
            <a:r>
              <a:rPr lang="en-US" altLang="zh-CN" sz="1033" dirty="0"/>
              <a:t>Data quality validation: completeness, uniqueness, timeliness, anomaly alerts</a:t>
            </a:r>
            <a:endParaRPr lang="en-US" sz="1233" dirty="0"/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070B11C4-3BCF-A424-5168-348766B51966}"/>
              </a:ext>
            </a:extLst>
          </p:cNvPr>
          <p:cNvSpPr txBox="1">
            <a:spLocks/>
          </p:cNvSpPr>
          <p:nvPr/>
        </p:nvSpPr>
        <p:spPr>
          <a:xfrm>
            <a:off x="3277660" y="4249163"/>
            <a:ext cx="2570427" cy="187420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363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2394" indent="-152394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4788" indent="-152394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lang="en-US" sz="1333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182" indent="-152394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16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9576" indent="-152394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99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</a:rPr>
              <a:t>Benefits </a:t>
            </a: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：</a:t>
            </a:r>
            <a:endParaRPr lang="en-US" altLang="zh-CN" sz="1200" dirty="0"/>
          </a:p>
          <a:p>
            <a:pPr marL="438144" lvl="1" indent="-285750"/>
            <a:r>
              <a:rPr lang="en-US" altLang="zh-CN" sz="1100" dirty="0"/>
              <a:t>Reduce manual costs and error rates</a:t>
            </a:r>
          </a:p>
          <a:p>
            <a:pPr marL="438144" lvl="1" indent="-285750"/>
            <a:r>
              <a:rPr lang="en-US" altLang="zh-CN" sz="1100" dirty="0"/>
              <a:t>Data timeliness improved from weeks/months to hours/minutes</a:t>
            </a:r>
            <a:endParaRPr lang="en-US" sz="1100" dirty="0"/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9DAB1F46-B960-4C3C-61FA-B212C2E7B86E}"/>
              </a:ext>
            </a:extLst>
          </p:cNvPr>
          <p:cNvSpPr txBox="1">
            <a:spLocks/>
          </p:cNvSpPr>
          <p:nvPr/>
        </p:nvSpPr>
        <p:spPr>
          <a:xfrm>
            <a:off x="6094835" y="2253399"/>
            <a:ext cx="2570427" cy="187420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363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2394" indent="-152394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4788" indent="-152394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lang="en-US" sz="1333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182" indent="-152394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16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9576" indent="-152394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99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</a:rPr>
              <a:t>Key Activities </a:t>
            </a: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：</a:t>
            </a:r>
            <a:endParaRPr lang="en-US" altLang="zh-CN" sz="1200" dirty="0"/>
          </a:p>
          <a:p>
            <a:pPr marL="438144" lvl="1" indent="-285750"/>
            <a:r>
              <a:rPr lang="en-US" altLang="zh-CN" sz="1033" dirty="0"/>
              <a:t>Unify KPI algorithms and calculation definitions (yield, OEE, scrap, etc.), establish normative documents</a:t>
            </a:r>
          </a:p>
          <a:p>
            <a:pPr marL="438144" lvl="1" indent="-285750"/>
            <a:r>
              <a:rPr lang="en-US" altLang="zh-CN" sz="1033" dirty="0"/>
              <a:t>Multi-source reconciliation and primary key mapping (work orders/batches/equipment/shifts), eliminate data silos</a:t>
            </a:r>
            <a:endParaRPr lang="en-US" sz="1233" dirty="0"/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D03585A3-D143-07B0-CE74-8BB92CEAD1EC}"/>
              </a:ext>
            </a:extLst>
          </p:cNvPr>
          <p:cNvSpPr txBox="1">
            <a:spLocks/>
          </p:cNvSpPr>
          <p:nvPr/>
        </p:nvSpPr>
        <p:spPr>
          <a:xfrm>
            <a:off x="6094834" y="4249163"/>
            <a:ext cx="2570427" cy="187420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363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2394" indent="-152394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4788" indent="-152394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lang="en-US" sz="1333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182" indent="-152394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16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9576" indent="-152394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99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</a:rPr>
              <a:t>Benefits </a:t>
            </a: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：</a:t>
            </a:r>
            <a:endParaRPr lang="en-US" altLang="zh-CN" sz="1200" dirty="0"/>
          </a:p>
          <a:p>
            <a:pPr marL="438144" lvl="1" indent="-285750"/>
            <a:r>
              <a:rPr lang="en-US" altLang="zh-CN" sz="1100" dirty="0"/>
              <a:t>Eliminate "report conflicts", comparable and reusable metrics</a:t>
            </a:r>
          </a:p>
          <a:p>
            <a:pPr marL="438144" lvl="1" indent="-285750"/>
            <a:r>
              <a:rPr lang="en-US" altLang="zh-CN" sz="1100" dirty="0"/>
              <a:t>Quick anomaly and bottleneck identification, support continuous improvement</a:t>
            </a:r>
            <a:endParaRPr lang="en-US" sz="1050" dirty="0"/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87F40DB2-4D4B-FC4D-D3EF-9977F3875863}"/>
              </a:ext>
            </a:extLst>
          </p:cNvPr>
          <p:cNvSpPr txBox="1">
            <a:spLocks/>
          </p:cNvSpPr>
          <p:nvPr/>
        </p:nvSpPr>
        <p:spPr>
          <a:xfrm>
            <a:off x="9025253" y="2248201"/>
            <a:ext cx="2570427" cy="1874203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0" indent="0" algn="l" defTabSz="914363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2394" indent="-152394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4788" indent="-152394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lang="en-US" sz="1333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182" indent="-152394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16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9576" indent="-152394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99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</a:rPr>
              <a:t>Key Activities </a:t>
            </a: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：</a:t>
            </a:r>
            <a:endParaRPr lang="en-US" altLang="zh-CN" sz="1200" dirty="0"/>
          </a:p>
          <a:p>
            <a:pPr marL="438144" lvl="1" indent="-285750"/>
            <a:r>
              <a:rPr lang="en-US" altLang="zh-CN" sz="1033" dirty="0"/>
              <a:t>Direct web access to reports, support mobile/computer/workshop big screens</a:t>
            </a:r>
          </a:p>
          <a:p>
            <a:pPr marL="438144" lvl="1" indent="-285750"/>
            <a:r>
              <a:rPr lang="en-US" altLang="zh-CN" sz="1033" dirty="0"/>
              <a:t>Power BI platform, support data linkage and drill-down</a:t>
            </a:r>
          </a:p>
          <a:p>
            <a:pPr marL="438144" lvl="1" indent="-285750"/>
            <a:r>
              <a:rPr lang="en-US" altLang="zh-CN" sz="1033" dirty="0"/>
              <a:t>Real-time/near real-time dashboards and self-service analysis</a:t>
            </a:r>
          </a:p>
          <a:p>
            <a:pPr marL="438144" lvl="1" indent="-285750"/>
            <a:r>
              <a:rPr lang="en-US" altLang="zh-CN" sz="1033" dirty="0"/>
              <a:t>Role-based access permission management</a:t>
            </a:r>
            <a:endParaRPr lang="en-US" sz="1233" dirty="0"/>
          </a:p>
        </p:txBody>
      </p:sp>
      <p:sp>
        <p:nvSpPr>
          <p:cNvPr id="27" name="Content Placeholder 12">
            <a:extLst>
              <a:ext uri="{FF2B5EF4-FFF2-40B4-BE49-F238E27FC236}">
                <a16:creationId xmlns:a16="http://schemas.microsoft.com/office/drawing/2014/main" id="{67E4748B-EF49-3B0E-0533-22890E29966E}"/>
              </a:ext>
            </a:extLst>
          </p:cNvPr>
          <p:cNvSpPr txBox="1">
            <a:spLocks/>
          </p:cNvSpPr>
          <p:nvPr/>
        </p:nvSpPr>
        <p:spPr>
          <a:xfrm>
            <a:off x="8912008" y="4249163"/>
            <a:ext cx="2570427" cy="187420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363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2394" indent="-152394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4788" indent="-152394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lang="en-US" sz="1333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182" indent="-152394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16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9576" indent="-152394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99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</a:rPr>
              <a:t>Benefits </a:t>
            </a: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：</a:t>
            </a:r>
            <a:endParaRPr lang="en-US" altLang="zh-CN" sz="1200" dirty="0"/>
          </a:p>
          <a:p>
            <a:pPr marL="438144" lvl="1" indent="-285750"/>
            <a:r>
              <a:rPr lang="en-US" altLang="zh-CN" sz="1100" dirty="0"/>
              <a:t>Multi-device access (mobile/computer/big screen), view anytime anywhere</a:t>
            </a:r>
          </a:p>
          <a:p>
            <a:pPr marL="438144" lvl="1" indent="-285750"/>
            <a:r>
              <a:rPr lang="en-US" altLang="zh-CN" sz="1100" dirty="0"/>
              <a:t>Real-time data updates, support self-service drill-down analysis</a:t>
            </a:r>
          </a:p>
          <a:p>
            <a:pPr marL="438144" lvl="1" indent="-285750"/>
            <a:r>
              <a:rPr lang="en-US" altLang="zh-CN" sz="1100" dirty="0"/>
              <a:t>Fine-grained permission control, data security and compliance</a:t>
            </a:r>
            <a:endParaRPr lang="en-US" sz="1050" dirty="0"/>
          </a:p>
        </p:txBody>
      </p:sp>
      <p:sp>
        <p:nvSpPr>
          <p:cNvPr id="29" name="Content Placeholder 12">
            <a:extLst>
              <a:ext uri="{FF2B5EF4-FFF2-40B4-BE49-F238E27FC236}">
                <a16:creationId xmlns:a16="http://schemas.microsoft.com/office/drawing/2014/main" id="{95845C8D-4082-392A-B22E-81E735B828CE}"/>
              </a:ext>
            </a:extLst>
          </p:cNvPr>
          <p:cNvSpPr txBox="1">
            <a:spLocks/>
          </p:cNvSpPr>
          <p:nvPr/>
        </p:nvSpPr>
        <p:spPr>
          <a:xfrm>
            <a:off x="593990" y="4256590"/>
            <a:ext cx="2570427" cy="187420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363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67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2394" indent="-152394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5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04788" indent="-152394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lang="en-US" sz="1333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57182" indent="-152394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sz="1167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9576" indent="-152394" algn="l" defTabSz="914363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99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</a:rPr>
              <a:t>Benefits </a:t>
            </a: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</a:rPr>
              <a:t>：</a:t>
            </a:r>
            <a:endParaRPr lang="en-US" altLang="zh-CN" sz="1200" dirty="0"/>
          </a:p>
          <a:p>
            <a:pPr marL="438144" lvl="1" indent="-285750"/>
            <a:r>
              <a:rPr lang="en-US" altLang="zh-CN" sz="1100" dirty="0"/>
              <a:t>Source consistency and traceability, reduce definition disputes</a:t>
            </a:r>
          </a:p>
          <a:p>
            <a:pPr marL="438144" lvl="1" indent="-285750"/>
            <a:r>
              <a:rPr lang="en-US" altLang="zh-CN" sz="1100" dirty="0"/>
              <a:t>Controllable permissions and compliance, lower loss and leakage risks</a:t>
            </a:r>
          </a:p>
        </p:txBody>
      </p:sp>
    </p:spTree>
    <p:extLst>
      <p:ext uri="{BB962C8B-B14F-4D97-AF65-F5344CB8AC3E}">
        <p14:creationId xmlns:p14="http://schemas.microsoft.com/office/powerpoint/2010/main" val="1669955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AB422-46A2-D828-6B12-1AFC8FF0B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3AAB244-36DE-5D80-A4A8-48FE98ECA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Operational Data Integration and Intelligent Reporting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99699DE-35DE-C76E-27FC-0C85F47B51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3661" y="723900"/>
            <a:ext cx="11002348" cy="323165"/>
          </a:xfrm>
        </p:spPr>
        <p:txBody>
          <a:bodyPr/>
          <a:lstStyle/>
          <a:p>
            <a:r>
              <a:rPr lang="en-US" altLang="zh-CN" dirty="0"/>
              <a:t>Results &amp; Value Realization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FD58D9-5ADE-26CD-F973-8E82610539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 (Edit on Slide Master)   |   Month ##, 2021   |   Confidential, for Internal Use Only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DCD45F-ECA1-2C14-9FE6-F41EA827E2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D0300D1-3F1C-4290-A0D1-7CD19DBD990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3E003843-A015-EBED-D56F-F340D135AFA8}"/>
              </a:ext>
            </a:extLst>
          </p:cNvPr>
          <p:cNvSpPr txBox="1"/>
          <p:nvPr/>
        </p:nvSpPr>
        <p:spPr>
          <a:xfrm>
            <a:off x="1617058" y="1486157"/>
            <a:ext cx="3080069" cy="6155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4000" dirty="0">
                <a:solidFill>
                  <a:schemeClr val="tx2"/>
                </a:solidFill>
                <a:cs typeface="Avenir Next World Thin" panose="020B0303020202020204" pitchFamily="34" charset="0"/>
              </a:rPr>
              <a:t>100% </a:t>
            </a:r>
            <a:r>
              <a:rPr lang="en-US" sz="1600" dirty="0">
                <a:solidFill>
                  <a:schemeClr val="tx2"/>
                </a:solidFill>
                <a:cs typeface="Avenir Next World Thin" panose="020B0303020202020204" pitchFamily="34" charset="0"/>
              </a:rPr>
              <a:t>Data Accuracy </a:t>
            </a:r>
            <a:endParaRPr lang="en-US" sz="4000" dirty="0">
              <a:solidFill>
                <a:schemeClr val="tx2"/>
              </a:solidFill>
              <a:cs typeface="Avenir Next World Thin" panose="020B0303020202020204" pitchFamily="34" charset="0"/>
            </a:endParaRP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327A2CA0-B59C-A1F5-F8AF-6FAA755A4467}"/>
              </a:ext>
            </a:extLst>
          </p:cNvPr>
          <p:cNvSpPr txBox="1"/>
          <p:nvPr/>
        </p:nvSpPr>
        <p:spPr>
          <a:xfrm>
            <a:off x="1577570" y="3946725"/>
            <a:ext cx="2575000" cy="84638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4000" dirty="0">
                <a:solidFill>
                  <a:schemeClr val="tx2"/>
                </a:solidFill>
                <a:cs typeface="Avenir Next World Thin" panose="020B0303020202020204" pitchFamily="34" charset="0"/>
              </a:rPr>
              <a:t>42 </a:t>
            </a:r>
            <a:r>
              <a:rPr lang="en-US" altLang="zh-CN" dirty="0">
                <a:solidFill>
                  <a:schemeClr val="tx2"/>
                </a:solidFill>
                <a:cs typeface="Avenir Next World Thin" panose="020B0303020202020204" pitchFamily="34" charset="0"/>
              </a:rPr>
              <a:t>Reports</a:t>
            </a:r>
            <a:br>
              <a:rPr lang="en-US" dirty="0">
                <a:solidFill>
                  <a:schemeClr val="tx2"/>
                </a:solidFill>
                <a:cs typeface="Avenir Next World Thin" panose="020B0303020202020204" pitchFamily="34" charset="0"/>
              </a:rPr>
            </a:br>
            <a:endParaRPr lang="en-US" sz="1500" dirty="0"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4C2B3B90-B73E-0D65-240B-C459E1B1C350}"/>
              </a:ext>
            </a:extLst>
          </p:cNvPr>
          <p:cNvSpPr txBox="1"/>
          <p:nvPr/>
        </p:nvSpPr>
        <p:spPr>
          <a:xfrm>
            <a:off x="1612358" y="2690684"/>
            <a:ext cx="3339418" cy="61555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4000" dirty="0">
                <a:solidFill>
                  <a:schemeClr val="tx2"/>
                </a:solidFill>
                <a:cs typeface="Avenir Next World Thin" panose="020B0303020202020204" pitchFamily="34" charset="0"/>
              </a:rPr>
              <a:t>8</a:t>
            </a:r>
            <a:r>
              <a:rPr lang="zh-CN" altLang="en-US" sz="4000" dirty="0">
                <a:solidFill>
                  <a:schemeClr val="tx2"/>
                </a:solidFill>
                <a:cs typeface="Avenir Next World Thin" panose="020B0303020202020204" pitchFamily="34" charset="0"/>
              </a:rPr>
              <a:t> </a:t>
            </a:r>
            <a:r>
              <a:rPr lang="en-US" altLang="zh-CN" sz="1500" dirty="0">
                <a:solidFill>
                  <a:schemeClr val="tx2"/>
                </a:solidFill>
                <a:cs typeface="Avenir Next World Thin" panose="020B0303020202020204" pitchFamily="34" charset="0"/>
              </a:rPr>
              <a:t>Connected Systems</a:t>
            </a: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3A3FD017-1064-F49C-8154-93B8C586C71B}"/>
              </a:ext>
            </a:extLst>
          </p:cNvPr>
          <p:cNvSpPr txBox="1"/>
          <p:nvPr/>
        </p:nvSpPr>
        <p:spPr>
          <a:xfrm>
            <a:off x="3833466" y="5198413"/>
            <a:ext cx="2188611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>
                <a:solidFill>
                  <a:schemeClr val="tx2"/>
                </a:solidFill>
                <a:cs typeface="Avenir Next World Thin" panose="020B0303020202020204" pitchFamily="34" charset="0"/>
              </a:rPr>
              <a:t>128</a:t>
            </a:r>
            <a:r>
              <a:rPr lang="en-US" altLang="zh-CN" sz="2000" dirty="0"/>
              <a:t>Users</a:t>
            </a:r>
            <a:endParaRPr lang="en-US" sz="1500" dirty="0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A4B3A676-D3B5-9452-D36E-78921231BE68}"/>
              </a:ext>
            </a:extLst>
          </p:cNvPr>
          <p:cNvSpPr txBox="1"/>
          <p:nvPr/>
        </p:nvSpPr>
        <p:spPr>
          <a:xfrm>
            <a:off x="1612358" y="5210770"/>
            <a:ext cx="1925118" cy="12311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>
                <a:solidFill>
                  <a:schemeClr val="tx2"/>
                </a:solidFill>
                <a:cs typeface="Avenir Next World Thin" panose="020B0303020202020204" pitchFamily="34" charset="0"/>
              </a:rPr>
              <a:t>7</a:t>
            </a:r>
            <a:r>
              <a:rPr lang="en-US" altLang="zh-CN" sz="2000" dirty="0"/>
              <a:t>Departments</a:t>
            </a:r>
            <a:endParaRPr lang="en-US" sz="2000" dirty="0"/>
          </a:p>
        </p:txBody>
      </p:sp>
      <p:pic>
        <p:nvPicPr>
          <p:cNvPr id="38" name="图形 37" descr="教室 轮廓">
            <a:extLst>
              <a:ext uri="{FF2B5EF4-FFF2-40B4-BE49-F238E27FC236}">
                <a16:creationId xmlns:a16="http://schemas.microsoft.com/office/drawing/2014/main" id="{D188044F-7E2D-F243-D855-32B11B95C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3661" y="5263146"/>
            <a:ext cx="720000" cy="720000"/>
          </a:xfrm>
          <a:prstGeom prst="rect">
            <a:avLst/>
          </a:prstGeom>
        </p:spPr>
      </p:pic>
      <p:pic>
        <p:nvPicPr>
          <p:cNvPr id="40" name="图形 39" descr="上升趋势条形图 轮廓">
            <a:extLst>
              <a:ext uri="{FF2B5EF4-FFF2-40B4-BE49-F238E27FC236}">
                <a16:creationId xmlns:a16="http://schemas.microsoft.com/office/drawing/2014/main" id="{5DB360F2-32A5-384C-BC89-62D45C02A4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5883" y="3942835"/>
            <a:ext cx="720000" cy="720000"/>
          </a:xfrm>
          <a:prstGeom prst="rect">
            <a:avLst/>
          </a:prstGeom>
        </p:spPr>
      </p:pic>
      <p:pic>
        <p:nvPicPr>
          <p:cNvPr id="42" name="图形 41" descr="徽章勾号 轮廓">
            <a:extLst>
              <a:ext uri="{FF2B5EF4-FFF2-40B4-BE49-F238E27FC236}">
                <a16:creationId xmlns:a16="http://schemas.microsoft.com/office/drawing/2014/main" id="{39BF3381-8D82-A6BA-7E43-5EFE39450E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5883" y="1401299"/>
            <a:ext cx="720000" cy="720000"/>
          </a:xfrm>
          <a:prstGeom prst="rect">
            <a:avLst/>
          </a:prstGeom>
        </p:spPr>
      </p:pic>
      <p:pic>
        <p:nvPicPr>
          <p:cNvPr id="44" name="图形 43" descr="网络图 轮廓">
            <a:extLst>
              <a:ext uri="{FF2B5EF4-FFF2-40B4-BE49-F238E27FC236}">
                <a16:creationId xmlns:a16="http://schemas.microsoft.com/office/drawing/2014/main" id="{685F7BAF-BA92-8EFD-C67D-AEE859195BF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3661" y="2586237"/>
            <a:ext cx="720000" cy="720000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FA94D293-0A58-7013-75EC-45BD964787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16727" y="3934871"/>
            <a:ext cx="2658231" cy="1492208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E34A3496-A527-5CDD-B922-136A9909250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6328"/>
          <a:stretch>
            <a:fillRect/>
          </a:stretch>
        </p:blipFill>
        <p:spPr>
          <a:xfrm>
            <a:off x="5682552" y="3938706"/>
            <a:ext cx="2660186" cy="1492208"/>
          </a:xfrm>
          <a:prstGeom prst="rect">
            <a:avLst/>
          </a:prstGeom>
        </p:spPr>
      </p:pic>
      <p:pic>
        <p:nvPicPr>
          <p:cNvPr id="58" name="图片 57">
            <a:extLst>
              <a:ext uri="{FF2B5EF4-FFF2-40B4-BE49-F238E27FC236}">
                <a16:creationId xmlns:a16="http://schemas.microsoft.com/office/drawing/2014/main" id="{2229984C-350F-3B50-D812-680A8F45B1B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82552" y="1170266"/>
            <a:ext cx="5492406" cy="241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826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937725B8-FFD8-EDEA-9795-EC8719F81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6115882"/>
              </p:ext>
            </p:extLst>
          </p:nvPr>
        </p:nvGraphicFramePr>
        <p:xfrm>
          <a:off x="593661" y="1536289"/>
          <a:ext cx="11002348" cy="3785421"/>
        </p:xfrm>
        <a:graphic>
          <a:graphicData uri="http://schemas.openxmlformats.org/drawingml/2006/table">
            <a:tbl>
              <a:tblPr/>
              <a:tblGrid>
                <a:gridCol w="2750587">
                  <a:extLst>
                    <a:ext uri="{9D8B030D-6E8A-4147-A177-3AD203B41FA5}">
                      <a16:colId xmlns:a16="http://schemas.microsoft.com/office/drawing/2014/main" val="2795798818"/>
                    </a:ext>
                  </a:extLst>
                </a:gridCol>
                <a:gridCol w="2750587">
                  <a:extLst>
                    <a:ext uri="{9D8B030D-6E8A-4147-A177-3AD203B41FA5}">
                      <a16:colId xmlns:a16="http://schemas.microsoft.com/office/drawing/2014/main" val="1994691650"/>
                    </a:ext>
                  </a:extLst>
                </a:gridCol>
                <a:gridCol w="2750587">
                  <a:extLst>
                    <a:ext uri="{9D8B030D-6E8A-4147-A177-3AD203B41FA5}">
                      <a16:colId xmlns:a16="http://schemas.microsoft.com/office/drawing/2014/main" val="1401755257"/>
                    </a:ext>
                  </a:extLst>
                </a:gridCol>
                <a:gridCol w="2750587">
                  <a:extLst>
                    <a:ext uri="{9D8B030D-6E8A-4147-A177-3AD203B41FA5}">
                      <a16:colId xmlns:a16="http://schemas.microsoft.com/office/drawing/2014/main" val="2163209916"/>
                    </a:ext>
                  </a:extLst>
                </a:gridCol>
              </a:tblGrid>
              <a:tr h="255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Step 1</a:t>
                      </a:r>
                    </a:p>
                  </a:txBody>
                  <a:tcPr marL="85635" marR="85635" marT="39524" marB="3952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Step 2</a:t>
                      </a:r>
                    </a:p>
                  </a:txBody>
                  <a:tcPr marL="85635" marR="85635" marT="39524" marB="3952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Step 3</a:t>
                      </a:r>
                    </a:p>
                  </a:txBody>
                  <a:tcPr marL="85635" marR="85635" marT="39524" marB="3952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</a:rPr>
                        <a:t>Step 4</a:t>
                      </a:r>
                    </a:p>
                  </a:txBody>
                  <a:tcPr marL="85635" marR="85635" marT="39524" marB="3952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898476"/>
                  </a:ext>
                </a:extLst>
              </a:tr>
              <a:tr h="255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存储标准化</a:t>
                      </a:r>
                      <a:endParaRPr lang="zh-CN" altLang="en-US" sz="1200">
                        <a:effectLst/>
                      </a:endParaRPr>
                    </a:p>
                  </a:txBody>
                  <a:tcPr marL="85635" marR="85635" marT="39524" marB="3952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采集自动化</a:t>
                      </a:r>
                      <a:endParaRPr lang="zh-CN" altLang="en-US" sz="1200">
                        <a:effectLst/>
                      </a:endParaRPr>
                    </a:p>
                  </a:txBody>
                  <a:tcPr marL="85635" marR="85635" marT="39524" marB="3952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数据融合与定义</a:t>
                      </a:r>
                      <a:endParaRPr lang="zh-CN" altLang="en-US" sz="1200">
                        <a:effectLst/>
                      </a:endParaRPr>
                    </a:p>
                  </a:txBody>
                  <a:tcPr marL="85635" marR="85635" marT="39524" marB="3952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可视化和访问</a:t>
                      </a:r>
                      <a:endParaRPr lang="zh-CN" altLang="en-US" sz="1200">
                        <a:effectLst/>
                      </a:endParaRPr>
                    </a:p>
                  </a:txBody>
                  <a:tcPr marL="85635" marR="85635" marT="39524" marB="3952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830627"/>
                  </a:ext>
                </a:extLst>
              </a:tr>
              <a:tr h="3261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</a:rPr>
                        <a:t>关键活动：</a:t>
                      </a:r>
                      <a:br>
                        <a:rPr lang="zh-CN" altLang="en-US" sz="1200" dirty="0">
                          <a:effectLst/>
                        </a:rPr>
                      </a:br>
                      <a:r>
                        <a:rPr lang="en-US" altLang="zh-CN" sz="1200" dirty="0">
                          <a:effectLst/>
                        </a:rPr>
                        <a:t>• </a:t>
                      </a:r>
                      <a:r>
                        <a:rPr lang="zh-CN" altLang="en-US" sz="1200" dirty="0">
                          <a:effectLst/>
                        </a:rPr>
                        <a:t>建立主数据与数据字典，统一字段命名</a:t>
                      </a:r>
                      <a:r>
                        <a:rPr lang="en-US" altLang="zh-CN" sz="1200" dirty="0">
                          <a:effectLst/>
                        </a:rPr>
                        <a:t>/</a:t>
                      </a:r>
                      <a:r>
                        <a:rPr lang="zh-CN" altLang="en-US" sz="1200" dirty="0">
                          <a:effectLst/>
                        </a:rPr>
                        <a:t>单位</a:t>
                      </a:r>
                      <a:r>
                        <a:rPr lang="en-US" altLang="zh-CN" sz="1200" dirty="0">
                          <a:effectLst/>
                        </a:rPr>
                        <a:t>/</a:t>
                      </a:r>
                      <a:r>
                        <a:rPr lang="zh-CN" altLang="en-US" sz="1200" dirty="0">
                          <a:effectLst/>
                        </a:rPr>
                        <a:t>精度</a:t>
                      </a:r>
                      <a:br>
                        <a:rPr lang="zh-CN" altLang="en-US" sz="1200" dirty="0">
                          <a:effectLst/>
                        </a:rPr>
                      </a:br>
                      <a:r>
                        <a:rPr lang="en-US" altLang="zh-CN" sz="1200" dirty="0">
                          <a:effectLst/>
                        </a:rPr>
                        <a:t>• </a:t>
                      </a:r>
                      <a:r>
                        <a:rPr lang="zh-CN" altLang="en-US" sz="1200" dirty="0">
                          <a:effectLst/>
                        </a:rPr>
                        <a:t>对接 </a:t>
                      </a:r>
                      <a:r>
                        <a:rPr lang="en-US" altLang="zh-CN" sz="1200" dirty="0">
                          <a:effectLst/>
                        </a:rPr>
                        <a:t>OEE/MES/SFC/SAP</a:t>
                      </a:r>
                      <a:r>
                        <a:rPr lang="zh-CN" altLang="en-US" sz="1200" dirty="0">
                          <a:effectLst/>
                        </a:rPr>
                        <a:t>，落地主题数据模型（维度</a:t>
                      </a:r>
                      <a:r>
                        <a:rPr lang="en-US" altLang="zh-CN" sz="1200" dirty="0">
                          <a:effectLst/>
                        </a:rPr>
                        <a:t>-</a:t>
                      </a:r>
                      <a:r>
                        <a:rPr lang="zh-CN" altLang="en-US" sz="1200" dirty="0">
                          <a:effectLst/>
                        </a:rPr>
                        <a:t>事实）</a:t>
                      </a:r>
                      <a:br>
                        <a:rPr lang="zh-CN" altLang="en-US" sz="1200" dirty="0">
                          <a:effectLst/>
                        </a:rPr>
                      </a:br>
                      <a:r>
                        <a:rPr lang="en-US" altLang="zh-CN" sz="1200" dirty="0">
                          <a:effectLst/>
                        </a:rPr>
                        <a:t>• </a:t>
                      </a:r>
                      <a:r>
                        <a:rPr lang="zh-CN" altLang="en-US" sz="1200" dirty="0">
                          <a:effectLst/>
                        </a:rPr>
                        <a:t>构建分层存储（</a:t>
                      </a:r>
                      <a:r>
                        <a:rPr lang="en-US" altLang="zh-CN" sz="1200" dirty="0">
                          <a:effectLst/>
                        </a:rPr>
                        <a:t>ODS/DWD/DWS/ADS</a:t>
                      </a:r>
                      <a:r>
                        <a:rPr lang="zh-CN" altLang="en-US" sz="1200" dirty="0">
                          <a:effectLst/>
                        </a:rPr>
                        <a:t>）与权限</a:t>
                      </a:r>
                      <a:r>
                        <a:rPr lang="en-US" altLang="zh-CN" sz="1200" dirty="0">
                          <a:effectLst/>
                        </a:rPr>
                        <a:t>/</a:t>
                      </a:r>
                      <a:r>
                        <a:rPr lang="zh-CN" altLang="en-US" sz="1200" dirty="0">
                          <a:effectLst/>
                        </a:rPr>
                        <a:t>审计</a:t>
                      </a:r>
                      <a:r>
                        <a:rPr lang="en-US" altLang="zh-CN" sz="1200" dirty="0">
                          <a:effectLst/>
                        </a:rPr>
                        <a:t>/</a:t>
                      </a:r>
                      <a:r>
                        <a:rPr lang="zh-CN" altLang="en-US" sz="1200" dirty="0">
                          <a:effectLst/>
                        </a:rPr>
                        <a:t>备份策略</a:t>
                      </a:r>
                      <a:br>
                        <a:rPr lang="zh-CN" altLang="en-US" sz="1200" dirty="0">
                          <a:effectLst/>
                        </a:rPr>
                      </a:br>
                      <a:br>
                        <a:rPr lang="zh-CN" altLang="en-US" sz="1200" dirty="0">
                          <a:effectLst/>
                        </a:rPr>
                      </a:b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</a:rPr>
                        <a:t>优势：</a:t>
                      </a:r>
                      <a:br>
                        <a:rPr lang="zh-CN" altLang="en-US" sz="1200" dirty="0">
                          <a:effectLst/>
                        </a:rPr>
                      </a:br>
                      <a:r>
                        <a:rPr lang="en-US" altLang="zh-CN" sz="1200" dirty="0">
                          <a:effectLst/>
                        </a:rPr>
                        <a:t>• </a:t>
                      </a:r>
                      <a:r>
                        <a:rPr lang="zh-CN" altLang="en-US" sz="1200" dirty="0">
                          <a:effectLst/>
                        </a:rPr>
                        <a:t>源头一致性与可追溯，减少口径争议</a:t>
                      </a:r>
                      <a:br>
                        <a:rPr lang="zh-CN" altLang="en-US" sz="1200" dirty="0">
                          <a:effectLst/>
                        </a:rPr>
                      </a:br>
                      <a:r>
                        <a:rPr lang="en-US" altLang="zh-CN" sz="1200" dirty="0">
                          <a:effectLst/>
                        </a:rPr>
                        <a:t>• </a:t>
                      </a:r>
                      <a:r>
                        <a:rPr lang="zh-CN" altLang="en-US" sz="1200" dirty="0">
                          <a:effectLst/>
                        </a:rPr>
                        <a:t>权限可控与合规，降低丢失与泄露风险</a:t>
                      </a:r>
                    </a:p>
                  </a:txBody>
                  <a:tcPr marL="85635" marR="85635" marT="39524" marB="3952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</a:rPr>
                        <a:t>关键活动：</a:t>
                      </a:r>
                      <a:br>
                        <a:rPr lang="zh-CN" altLang="en-US" sz="1200" dirty="0">
                          <a:effectLst/>
                        </a:rPr>
                      </a:br>
                      <a:r>
                        <a:rPr lang="en-US" altLang="zh-CN" sz="1200" dirty="0">
                          <a:effectLst/>
                        </a:rPr>
                        <a:t>• </a:t>
                      </a:r>
                      <a:r>
                        <a:rPr lang="zh-CN" altLang="en-US" sz="1200" dirty="0">
                          <a:effectLst/>
                        </a:rPr>
                        <a:t>统一接入 </a:t>
                      </a:r>
                      <a:r>
                        <a:rPr lang="en-US" altLang="zh-CN" sz="1200" dirty="0">
                          <a:effectLst/>
                        </a:rPr>
                        <a:t>API/</a:t>
                      </a:r>
                      <a:r>
                        <a:rPr lang="zh-CN" altLang="en-US" sz="1200" dirty="0">
                          <a:effectLst/>
                        </a:rPr>
                        <a:t>消息</a:t>
                      </a:r>
                      <a:r>
                        <a:rPr lang="en-US" altLang="zh-CN" sz="1200" dirty="0">
                          <a:effectLst/>
                        </a:rPr>
                        <a:t>/</a:t>
                      </a:r>
                      <a:r>
                        <a:rPr lang="zh-CN" altLang="en-US" sz="1200" dirty="0">
                          <a:effectLst/>
                        </a:rPr>
                        <a:t>批同步，制定采集计划与失败重试</a:t>
                      </a:r>
                      <a:br>
                        <a:rPr lang="zh-CN" altLang="en-US" sz="1200" dirty="0">
                          <a:effectLst/>
                        </a:rPr>
                      </a:br>
                      <a:r>
                        <a:rPr lang="en-US" altLang="zh-CN" sz="1200" dirty="0">
                          <a:effectLst/>
                        </a:rPr>
                        <a:t>• ETL/ELT </a:t>
                      </a:r>
                      <a:r>
                        <a:rPr lang="zh-CN" altLang="en-US" sz="1200" dirty="0">
                          <a:effectLst/>
                        </a:rPr>
                        <a:t>编排，规则可配置与版本化管理</a:t>
                      </a:r>
                      <a:br>
                        <a:rPr lang="zh-CN" altLang="en-US" sz="1200" dirty="0">
                          <a:effectLst/>
                        </a:rPr>
                      </a:br>
                      <a:r>
                        <a:rPr lang="en-US" altLang="zh-CN" sz="1200" dirty="0">
                          <a:effectLst/>
                        </a:rPr>
                        <a:t>• </a:t>
                      </a:r>
                      <a:r>
                        <a:rPr lang="zh-CN" altLang="en-US" sz="1200" dirty="0">
                          <a:effectLst/>
                        </a:rPr>
                        <a:t>数据质量校验：完整性、唯一性、及时性、异常告警</a:t>
                      </a:r>
                      <a:br>
                        <a:rPr lang="zh-CN" altLang="en-US" sz="1200" dirty="0">
                          <a:effectLst/>
                        </a:rPr>
                      </a:br>
                      <a:br>
                        <a:rPr lang="zh-CN" altLang="en-US" sz="1200" dirty="0">
                          <a:effectLst/>
                        </a:rPr>
                      </a:b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</a:rPr>
                        <a:t>优势：</a:t>
                      </a:r>
                      <a:br>
                        <a:rPr lang="zh-CN" altLang="en-US" sz="1200" dirty="0">
                          <a:effectLst/>
                        </a:rPr>
                      </a:br>
                      <a:r>
                        <a:rPr lang="en-US" altLang="zh-CN" sz="1200" dirty="0">
                          <a:effectLst/>
                        </a:rPr>
                        <a:t>• </a:t>
                      </a:r>
                      <a:r>
                        <a:rPr lang="zh-CN" altLang="en-US" sz="1200" dirty="0">
                          <a:effectLst/>
                        </a:rPr>
                        <a:t>降低人工成本与错误率</a:t>
                      </a:r>
                      <a:br>
                        <a:rPr lang="zh-CN" altLang="en-US" sz="1200" dirty="0">
                          <a:effectLst/>
                        </a:rPr>
                      </a:br>
                      <a:r>
                        <a:rPr lang="en-US" altLang="zh-CN" sz="1200" dirty="0">
                          <a:effectLst/>
                        </a:rPr>
                        <a:t>• </a:t>
                      </a:r>
                      <a:r>
                        <a:rPr lang="zh-CN" altLang="en-US" sz="1200" dirty="0">
                          <a:effectLst/>
                        </a:rPr>
                        <a:t>数据时效由周</a:t>
                      </a:r>
                      <a:r>
                        <a:rPr lang="en-US" altLang="zh-CN" sz="1200" dirty="0">
                          <a:effectLst/>
                        </a:rPr>
                        <a:t>/</a:t>
                      </a:r>
                      <a:r>
                        <a:rPr lang="zh-CN" altLang="en-US" sz="1200" dirty="0">
                          <a:effectLst/>
                        </a:rPr>
                        <a:t>月提升到小时</a:t>
                      </a:r>
                      <a:r>
                        <a:rPr lang="en-US" altLang="zh-CN" sz="1200" dirty="0">
                          <a:effectLst/>
                        </a:rPr>
                        <a:t>/</a:t>
                      </a:r>
                      <a:r>
                        <a:rPr lang="zh-CN" altLang="en-US" sz="1200" dirty="0">
                          <a:effectLst/>
                        </a:rPr>
                        <a:t>分钟</a:t>
                      </a:r>
                    </a:p>
                  </a:txBody>
                  <a:tcPr marL="85635" marR="85635" marT="39524" marB="3952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关键活动：</a:t>
                      </a:r>
                      <a:br>
                        <a:rPr lang="zh-CN" altLang="en-US" sz="1200">
                          <a:effectLst/>
                        </a:rPr>
                      </a:br>
                      <a:r>
                        <a:rPr lang="en-US" altLang="zh-CN" sz="1200">
                          <a:effectLst/>
                        </a:rPr>
                        <a:t>• </a:t>
                      </a:r>
                      <a:r>
                        <a:rPr lang="zh-CN" altLang="en-US" sz="1200">
                          <a:effectLst/>
                        </a:rPr>
                        <a:t>统一 </a:t>
                      </a:r>
                      <a:r>
                        <a:rPr lang="en-US" altLang="zh-CN" sz="1200">
                          <a:effectLst/>
                        </a:rPr>
                        <a:t>KPI </a:t>
                      </a:r>
                      <a:r>
                        <a:rPr lang="zh-CN" altLang="en-US" sz="1200">
                          <a:effectLst/>
                        </a:rPr>
                        <a:t>算法与计算口径（良率、</a:t>
                      </a:r>
                      <a:r>
                        <a:rPr lang="en-US" altLang="zh-CN" sz="1200">
                          <a:effectLst/>
                        </a:rPr>
                        <a:t>OEE</a:t>
                      </a:r>
                      <a:r>
                        <a:rPr lang="zh-CN" altLang="en-US" sz="1200">
                          <a:effectLst/>
                        </a:rPr>
                        <a:t>、报废等），建立规范文档</a:t>
                      </a:r>
                      <a:br>
                        <a:rPr lang="zh-CN" altLang="en-US" sz="1200">
                          <a:effectLst/>
                        </a:rPr>
                      </a:br>
                      <a:r>
                        <a:rPr lang="en-US" altLang="zh-CN" sz="1200">
                          <a:effectLst/>
                        </a:rPr>
                        <a:t>• </a:t>
                      </a:r>
                      <a:r>
                        <a:rPr lang="zh-CN" altLang="en-US" sz="1200">
                          <a:effectLst/>
                        </a:rPr>
                        <a:t>多源对账与主键映射（工单</a:t>
                      </a:r>
                      <a:r>
                        <a:rPr lang="en-US" altLang="zh-CN" sz="1200">
                          <a:effectLst/>
                        </a:rPr>
                        <a:t>/</a:t>
                      </a:r>
                      <a:r>
                        <a:rPr lang="zh-CN" altLang="en-US" sz="1200">
                          <a:effectLst/>
                        </a:rPr>
                        <a:t>批次</a:t>
                      </a:r>
                      <a:r>
                        <a:rPr lang="en-US" altLang="zh-CN" sz="1200">
                          <a:effectLst/>
                        </a:rPr>
                        <a:t>/</a:t>
                      </a:r>
                      <a:r>
                        <a:rPr lang="zh-CN" altLang="en-US" sz="1200">
                          <a:effectLst/>
                        </a:rPr>
                        <a:t>设备</a:t>
                      </a:r>
                      <a:r>
                        <a:rPr lang="en-US" altLang="zh-CN" sz="1200">
                          <a:effectLst/>
                        </a:rPr>
                        <a:t>/</a:t>
                      </a:r>
                      <a:r>
                        <a:rPr lang="zh-CN" altLang="en-US" sz="1200">
                          <a:effectLst/>
                        </a:rPr>
                        <a:t>班次），消除数据孤岛</a:t>
                      </a:r>
                      <a:br>
                        <a:rPr lang="zh-CN" altLang="en-US" sz="1200">
                          <a:effectLst/>
                        </a:rPr>
                      </a:br>
                      <a:r>
                        <a:rPr lang="en-US" altLang="zh-CN" sz="1200">
                          <a:effectLst/>
                        </a:rPr>
                        <a:t>• </a:t>
                      </a:r>
                      <a:r>
                        <a:rPr lang="zh-CN" altLang="en-US" sz="1200">
                          <a:effectLst/>
                        </a:rPr>
                        <a:t>衍生指标计算、数据血缘与影响分析</a:t>
                      </a:r>
                      <a:br>
                        <a:rPr lang="zh-CN" altLang="en-US" sz="1200">
                          <a:effectLst/>
                        </a:rPr>
                      </a:br>
                      <a:br>
                        <a:rPr lang="zh-CN" altLang="en-US" sz="1200">
                          <a:effectLst/>
                        </a:rPr>
                      </a:br>
                      <a:r>
                        <a:rPr lang="zh-CN" altLang="en-US" sz="1200" b="1">
                          <a:solidFill>
                            <a:srgbClr val="000000"/>
                          </a:solidFill>
                          <a:effectLst/>
                        </a:rPr>
                        <a:t>优势：</a:t>
                      </a:r>
                      <a:br>
                        <a:rPr lang="zh-CN" altLang="en-US" sz="1200">
                          <a:effectLst/>
                        </a:rPr>
                      </a:br>
                      <a:r>
                        <a:rPr lang="en-US" altLang="zh-CN" sz="1200">
                          <a:effectLst/>
                        </a:rPr>
                        <a:t>• </a:t>
                      </a:r>
                      <a:r>
                        <a:rPr lang="zh-CN" altLang="en-US" sz="1200">
                          <a:effectLst/>
                        </a:rPr>
                        <a:t>消除</a:t>
                      </a:r>
                      <a:r>
                        <a:rPr lang="en-US" altLang="zh-CN" sz="1200">
                          <a:effectLst/>
                        </a:rPr>
                        <a:t>"</a:t>
                      </a:r>
                      <a:r>
                        <a:rPr lang="zh-CN" altLang="en-US" sz="1200">
                          <a:effectLst/>
                        </a:rPr>
                        <a:t>报表打架</a:t>
                      </a:r>
                      <a:r>
                        <a:rPr lang="en-US" altLang="zh-CN" sz="1200">
                          <a:effectLst/>
                        </a:rPr>
                        <a:t>"</a:t>
                      </a:r>
                      <a:r>
                        <a:rPr lang="zh-CN" altLang="en-US" sz="1200">
                          <a:effectLst/>
                        </a:rPr>
                        <a:t>，指标可比可复用</a:t>
                      </a:r>
                      <a:br>
                        <a:rPr lang="zh-CN" altLang="en-US" sz="1200">
                          <a:effectLst/>
                        </a:rPr>
                      </a:br>
                      <a:r>
                        <a:rPr lang="en-US" altLang="zh-CN" sz="1200">
                          <a:effectLst/>
                        </a:rPr>
                        <a:t>• </a:t>
                      </a:r>
                      <a:r>
                        <a:rPr lang="zh-CN" altLang="en-US" sz="1200">
                          <a:effectLst/>
                        </a:rPr>
                        <a:t>快速定位异常与瓶颈，支撑持续改进</a:t>
                      </a:r>
                    </a:p>
                  </a:txBody>
                  <a:tcPr marL="85635" marR="85635" marT="39524" marB="3952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</a:rPr>
                        <a:t>关键活动：</a:t>
                      </a:r>
                      <a:br>
                        <a:rPr lang="zh-CN" altLang="en-US" sz="1200" dirty="0">
                          <a:effectLst/>
                        </a:rPr>
                      </a:br>
                      <a:r>
                        <a:rPr lang="en-US" altLang="zh-CN" sz="1200" dirty="0">
                          <a:effectLst/>
                        </a:rPr>
                        <a:t>• </a:t>
                      </a:r>
                      <a:r>
                        <a:rPr lang="zh-CN" altLang="en-US" sz="1200" dirty="0">
                          <a:effectLst/>
                        </a:rPr>
                        <a:t>直接网址访问报表，支持手机</a:t>
                      </a:r>
                      <a:r>
                        <a:rPr lang="en-US" altLang="zh-CN" sz="1200" dirty="0">
                          <a:effectLst/>
                        </a:rPr>
                        <a:t>/</a:t>
                      </a:r>
                      <a:r>
                        <a:rPr lang="zh-CN" altLang="en-US" sz="1200" dirty="0">
                          <a:effectLst/>
                        </a:rPr>
                        <a:t>电脑</a:t>
                      </a:r>
                      <a:r>
                        <a:rPr lang="en-US" altLang="zh-CN" sz="1200" dirty="0">
                          <a:effectLst/>
                        </a:rPr>
                        <a:t>/</a:t>
                      </a:r>
                      <a:r>
                        <a:rPr lang="zh-CN" altLang="en-US" sz="1200" dirty="0">
                          <a:effectLst/>
                        </a:rPr>
                        <a:t>车间大屏</a:t>
                      </a:r>
                      <a:br>
                        <a:rPr lang="zh-CN" altLang="en-US" sz="1200" dirty="0">
                          <a:effectLst/>
                        </a:rPr>
                      </a:br>
                      <a:r>
                        <a:rPr lang="en-US" altLang="zh-CN" sz="1200" dirty="0">
                          <a:effectLst/>
                        </a:rPr>
                        <a:t>• Power BI </a:t>
                      </a:r>
                      <a:r>
                        <a:rPr lang="zh-CN" altLang="en-US" sz="1200" dirty="0">
                          <a:effectLst/>
                        </a:rPr>
                        <a:t>平台，支持数据联动与下钻</a:t>
                      </a:r>
                      <a:br>
                        <a:rPr lang="zh-CN" altLang="en-US" sz="1200" dirty="0">
                          <a:effectLst/>
                        </a:rPr>
                      </a:br>
                      <a:r>
                        <a:rPr lang="en-US" altLang="zh-CN" sz="1200" dirty="0">
                          <a:effectLst/>
                        </a:rPr>
                        <a:t>• </a:t>
                      </a:r>
                      <a:r>
                        <a:rPr lang="zh-CN" altLang="en-US" sz="1200" dirty="0">
                          <a:effectLst/>
                        </a:rPr>
                        <a:t>实时</a:t>
                      </a:r>
                      <a:r>
                        <a:rPr lang="en-US" altLang="zh-CN" sz="1200" dirty="0">
                          <a:effectLst/>
                        </a:rPr>
                        <a:t>/</a:t>
                      </a:r>
                      <a:r>
                        <a:rPr lang="zh-CN" altLang="en-US" sz="1200" dirty="0">
                          <a:effectLst/>
                        </a:rPr>
                        <a:t>准实时看板与自助分析</a:t>
                      </a:r>
                      <a:br>
                        <a:rPr lang="zh-CN" altLang="en-US" sz="1200" dirty="0">
                          <a:effectLst/>
                        </a:rPr>
                      </a:br>
                      <a:r>
                        <a:rPr lang="en-US" altLang="zh-CN" sz="1200" dirty="0">
                          <a:effectLst/>
                        </a:rPr>
                        <a:t>• </a:t>
                      </a:r>
                      <a:r>
                        <a:rPr lang="zh-CN" altLang="en-US" sz="1200" dirty="0">
                          <a:effectLst/>
                        </a:rPr>
                        <a:t>角色化访问权限管理</a:t>
                      </a:r>
                      <a:br>
                        <a:rPr lang="zh-CN" altLang="en-US" sz="1200" dirty="0">
                          <a:effectLst/>
                        </a:rPr>
                      </a:br>
                      <a:br>
                        <a:rPr lang="zh-CN" altLang="en-US" sz="1200" dirty="0">
                          <a:effectLst/>
                        </a:rPr>
                      </a:br>
                      <a:r>
                        <a:rPr lang="zh-CN" altLang="en-US" sz="1200" b="1" dirty="0">
                          <a:solidFill>
                            <a:srgbClr val="000000"/>
                          </a:solidFill>
                          <a:effectLst/>
                        </a:rPr>
                        <a:t>优势：</a:t>
                      </a:r>
                      <a:br>
                        <a:rPr lang="zh-CN" altLang="en-US" sz="1200" dirty="0">
                          <a:effectLst/>
                        </a:rPr>
                      </a:br>
                      <a:r>
                        <a:rPr lang="en-US" altLang="zh-CN" sz="1200" dirty="0">
                          <a:effectLst/>
                        </a:rPr>
                        <a:t>• </a:t>
                      </a:r>
                      <a:r>
                        <a:rPr lang="zh-CN" altLang="en-US" sz="1200" dirty="0">
                          <a:effectLst/>
                        </a:rPr>
                        <a:t>多端访问（手机</a:t>
                      </a:r>
                      <a:r>
                        <a:rPr lang="en-US" altLang="zh-CN" sz="1200" dirty="0">
                          <a:effectLst/>
                        </a:rPr>
                        <a:t>/</a:t>
                      </a:r>
                      <a:r>
                        <a:rPr lang="zh-CN" altLang="en-US" sz="1200" dirty="0">
                          <a:effectLst/>
                        </a:rPr>
                        <a:t>电脑</a:t>
                      </a:r>
                      <a:r>
                        <a:rPr lang="en-US" altLang="zh-CN" sz="1200" dirty="0">
                          <a:effectLst/>
                        </a:rPr>
                        <a:t>/</a:t>
                      </a:r>
                      <a:r>
                        <a:rPr lang="zh-CN" altLang="en-US" sz="1200" dirty="0">
                          <a:effectLst/>
                        </a:rPr>
                        <a:t>大屏），随时随地查看</a:t>
                      </a:r>
                      <a:br>
                        <a:rPr lang="zh-CN" altLang="en-US" sz="1200" dirty="0">
                          <a:effectLst/>
                        </a:rPr>
                      </a:br>
                      <a:r>
                        <a:rPr lang="en-US" altLang="zh-CN" sz="1200" dirty="0">
                          <a:effectLst/>
                        </a:rPr>
                        <a:t>• </a:t>
                      </a:r>
                      <a:r>
                        <a:rPr lang="zh-CN" altLang="en-US" sz="1200" dirty="0">
                          <a:effectLst/>
                        </a:rPr>
                        <a:t>实时数据更新，支持自助分析下钻</a:t>
                      </a:r>
                      <a:br>
                        <a:rPr lang="zh-CN" altLang="en-US" sz="1200" dirty="0">
                          <a:effectLst/>
                        </a:rPr>
                      </a:br>
                      <a:r>
                        <a:rPr lang="en-US" altLang="zh-CN" sz="1200" dirty="0">
                          <a:effectLst/>
                        </a:rPr>
                        <a:t>• </a:t>
                      </a:r>
                      <a:r>
                        <a:rPr lang="zh-CN" altLang="en-US" sz="1200" dirty="0">
                          <a:effectLst/>
                        </a:rPr>
                        <a:t>权限精细管控，数据安全可控</a:t>
                      </a:r>
                    </a:p>
                  </a:txBody>
                  <a:tcPr marL="85635" marR="85635" marT="39524" marB="39524" anchor="ctr">
                    <a:lnL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537275"/>
                  </a:ext>
                </a:extLst>
              </a:tr>
            </a:tbl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480F25D3-70E0-4821-AB81-F375363D6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Operational Data Integration and Intelligent Reporting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D29A491-8753-44D4-9992-6878D748AE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3661" y="723900"/>
            <a:ext cx="11002348" cy="323165"/>
          </a:xfrm>
        </p:spPr>
        <p:txBody>
          <a:bodyPr/>
          <a:lstStyle/>
          <a:p>
            <a:r>
              <a:rPr lang="en-US" dirty="0"/>
              <a:t>4 </a:t>
            </a:r>
            <a:r>
              <a:rPr lang="en-US" altLang="zh-CN" dirty="0"/>
              <a:t>STEP 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3297B7F-3547-4947-BEDE-3802F6E854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53A485-AFB6-49E2-927A-92801B633C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 (Edit on Slide Master)   |   Month ##, 2021   |   Confidential, for Internal Use Only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F7F680-D5FB-45E7-9231-7606890E2A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D0300D1-3F1C-4290-A0D1-7CD19DBD990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7" name="Pentagon 50">
            <a:extLst>
              <a:ext uri="{FF2B5EF4-FFF2-40B4-BE49-F238E27FC236}">
                <a16:creationId xmlns:a16="http://schemas.microsoft.com/office/drawing/2014/main" id="{B23B69A0-BC78-4D64-A396-81BECAE1EB3C}"/>
              </a:ext>
            </a:extLst>
          </p:cNvPr>
          <p:cNvSpPr/>
          <p:nvPr/>
        </p:nvSpPr>
        <p:spPr>
          <a:xfrm>
            <a:off x="593662" y="1270001"/>
            <a:ext cx="2683998" cy="755264"/>
          </a:xfrm>
          <a:prstGeom prst="homePlate">
            <a:avLst>
              <a:gd name="adj" fmla="val 14479"/>
            </a:avLst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76200" bIns="76200" rtlCol="0" anchor="ctr" anchorCtr="0"/>
          <a:lstStyle/>
          <a:p>
            <a:pPr defTabSz="380985">
              <a:lnSpc>
                <a:spcPct val="120000"/>
              </a:lnSpc>
            </a:pPr>
            <a:r>
              <a:rPr lang="en-US" altLang="zh-CN" sz="2000" dirty="0">
                <a:solidFill>
                  <a:srgbClr val="FFFFFF"/>
                </a:solidFill>
                <a:latin typeface="Avenir Next World" panose="020B0503020202020204" pitchFamily="34" charset="0"/>
              </a:rPr>
              <a:t>Step 1 </a:t>
            </a:r>
          </a:p>
          <a:p>
            <a:pPr defTabSz="380985">
              <a:lnSpc>
                <a:spcPct val="12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Avenir Next World" panose="020B0503020202020204" pitchFamily="34" charset="0"/>
              </a:rPr>
              <a:t>数据存储标准化</a:t>
            </a:r>
            <a:endParaRPr lang="en-US" sz="2000" dirty="0">
              <a:solidFill>
                <a:srgbClr val="FFFFFF"/>
              </a:solidFill>
              <a:latin typeface="Avenir Next World" panose="020B0503020202020204" pitchFamily="34" charset="0"/>
            </a:endParaRPr>
          </a:p>
        </p:txBody>
      </p:sp>
      <p:sp>
        <p:nvSpPr>
          <p:cNvPr id="18" name="Chevron 51">
            <a:extLst>
              <a:ext uri="{FF2B5EF4-FFF2-40B4-BE49-F238E27FC236}">
                <a16:creationId xmlns:a16="http://schemas.microsoft.com/office/drawing/2014/main" id="{15BA6FF9-03F7-4783-9549-B4E5F0579557}"/>
              </a:ext>
            </a:extLst>
          </p:cNvPr>
          <p:cNvSpPr/>
          <p:nvPr/>
        </p:nvSpPr>
        <p:spPr>
          <a:xfrm>
            <a:off x="3277660" y="1270001"/>
            <a:ext cx="2818341" cy="755264"/>
          </a:xfrm>
          <a:prstGeom prst="chevron">
            <a:avLst>
              <a:gd name="adj" fmla="val 15810"/>
            </a:avLst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76200" bIns="76200" rtlCol="0" anchor="ctr" anchorCtr="0"/>
          <a:lstStyle/>
          <a:p>
            <a:pPr defTabSz="380985">
              <a:lnSpc>
                <a:spcPct val="120000"/>
              </a:lnSpc>
            </a:pPr>
            <a:r>
              <a:rPr lang="en-US" altLang="zh-CN" sz="2000" dirty="0">
                <a:solidFill>
                  <a:srgbClr val="FFFFFF"/>
                </a:solidFill>
                <a:latin typeface="Avenir Next World" panose="020B0503020202020204" pitchFamily="34" charset="0"/>
              </a:rPr>
              <a:t>Step 2 </a:t>
            </a:r>
          </a:p>
          <a:p>
            <a:pPr defTabSz="380985">
              <a:lnSpc>
                <a:spcPct val="12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Avenir Next World" panose="020B0503020202020204" pitchFamily="34" charset="0"/>
              </a:rPr>
              <a:t>数据集成自动化</a:t>
            </a:r>
          </a:p>
        </p:txBody>
      </p:sp>
      <p:sp>
        <p:nvSpPr>
          <p:cNvPr id="22" name="Chevron 51">
            <a:extLst>
              <a:ext uri="{FF2B5EF4-FFF2-40B4-BE49-F238E27FC236}">
                <a16:creationId xmlns:a16="http://schemas.microsoft.com/office/drawing/2014/main" id="{56016AE3-DC41-4F47-A9D1-321272A5023F}"/>
              </a:ext>
            </a:extLst>
          </p:cNvPr>
          <p:cNvSpPr/>
          <p:nvPr/>
        </p:nvSpPr>
        <p:spPr>
          <a:xfrm>
            <a:off x="6096000" y="1270001"/>
            <a:ext cx="2818341" cy="755264"/>
          </a:xfrm>
          <a:prstGeom prst="chevron">
            <a:avLst>
              <a:gd name="adj" fmla="val 15810"/>
            </a:avLst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76200" bIns="76200" rtlCol="0" anchor="ctr" anchorCtr="0"/>
          <a:lstStyle/>
          <a:p>
            <a:pPr defTabSz="380985">
              <a:lnSpc>
                <a:spcPct val="120000"/>
              </a:lnSpc>
            </a:pPr>
            <a:r>
              <a:rPr lang="en-US" altLang="zh-CN" sz="2000" dirty="0">
                <a:solidFill>
                  <a:srgbClr val="FFFFFF"/>
                </a:solidFill>
                <a:latin typeface="Avenir Next World" panose="020B0503020202020204" pitchFamily="34" charset="0"/>
              </a:rPr>
              <a:t>Step 3 </a:t>
            </a:r>
          </a:p>
          <a:p>
            <a:pPr defTabSz="380985">
              <a:lnSpc>
                <a:spcPct val="12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Avenir Next World" panose="020B0503020202020204" pitchFamily="34" charset="0"/>
              </a:rPr>
              <a:t>数据融合与统一</a:t>
            </a:r>
          </a:p>
        </p:txBody>
      </p:sp>
      <p:sp>
        <p:nvSpPr>
          <p:cNvPr id="23" name="Chevron 51">
            <a:extLst>
              <a:ext uri="{FF2B5EF4-FFF2-40B4-BE49-F238E27FC236}">
                <a16:creationId xmlns:a16="http://schemas.microsoft.com/office/drawing/2014/main" id="{2FE4C8F7-B028-4E3B-ACC9-96FC1DAFF7BE}"/>
              </a:ext>
            </a:extLst>
          </p:cNvPr>
          <p:cNvSpPr/>
          <p:nvPr/>
        </p:nvSpPr>
        <p:spPr>
          <a:xfrm>
            <a:off x="8914341" y="1270001"/>
            <a:ext cx="2818341" cy="755264"/>
          </a:xfrm>
          <a:prstGeom prst="chevron">
            <a:avLst>
              <a:gd name="adj" fmla="val 15810"/>
            </a:avLst>
          </a:prstGeom>
          <a:solidFill>
            <a:schemeClr val="tx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76200" bIns="76200" rtlCol="0" anchor="ctr" anchorCtr="0"/>
          <a:lstStyle/>
          <a:p>
            <a:pPr defTabSz="380985">
              <a:lnSpc>
                <a:spcPct val="120000"/>
              </a:lnSpc>
            </a:pPr>
            <a:r>
              <a:rPr lang="en-US" altLang="zh-CN" sz="2000" dirty="0">
                <a:solidFill>
                  <a:srgbClr val="FFFFFF"/>
                </a:solidFill>
                <a:latin typeface="Avenir Next World" panose="020B0503020202020204" pitchFamily="34" charset="0"/>
              </a:rPr>
              <a:t>Step 4 </a:t>
            </a:r>
          </a:p>
          <a:p>
            <a:pPr defTabSz="380985">
              <a:lnSpc>
                <a:spcPct val="120000"/>
              </a:lnSpc>
            </a:pPr>
            <a:r>
              <a:rPr lang="zh-CN" altLang="en-US" sz="2000" dirty="0">
                <a:solidFill>
                  <a:srgbClr val="FFFFFF"/>
                </a:solidFill>
                <a:latin typeface="Avenir Next World" panose="020B0503020202020204" pitchFamily="34" charset="0"/>
              </a:rPr>
              <a:t>可视化呈现与预警</a:t>
            </a:r>
          </a:p>
        </p:txBody>
      </p:sp>
    </p:spTree>
    <p:extLst>
      <p:ext uri="{BB962C8B-B14F-4D97-AF65-F5344CB8AC3E}">
        <p14:creationId xmlns:p14="http://schemas.microsoft.com/office/powerpoint/2010/main" val="4155325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06A7216-6361-88D0-1DA1-E68CE66B0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ED3A7E-336C-E9A8-81E2-EBAD21F0A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Operational Data Integration and Intelligent Reporting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F2978E-DE03-9D38-306E-F0B10021B6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3661" y="723900"/>
            <a:ext cx="11003027" cy="338554"/>
          </a:xfrm>
        </p:spPr>
        <p:txBody>
          <a:bodyPr/>
          <a:lstStyle/>
          <a:p>
            <a:r>
              <a:rPr lang="en-US" altLang="zh-CN" sz="1600" b="1" dirty="0">
                <a:solidFill>
                  <a:schemeClr val="tx2"/>
                </a:solidFill>
              </a:rPr>
              <a:t>Traditional Data Management</a:t>
            </a:r>
            <a:r>
              <a:rPr lang="zh-CN" altLang="en-US" sz="1600" b="1" dirty="0">
                <a:solidFill>
                  <a:schemeClr val="tx2"/>
                </a:solidFill>
              </a:rPr>
              <a:t> </a:t>
            </a:r>
            <a:r>
              <a:rPr lang="en-US" altLang="zh-CN" sz="1600" b="1" dirty="0">
                <a:solidFill>
                  <a:schemeClr val="tx2"/>
                </a:solidFill>
              </a:rPr>
              <a:t>and</a:t>
            </a:r>
            <a:r>
              <a:rPr lang="zh-CN" altLang="en-US" sz="1600" b="1" dirty="0">
                <a:solidFill>
                  <a:schemeClr val="tx2"/>
                </a:solidFill>
              </a:rPr>
              <a:t> </a:t>
            </a:r>
            <a:r>
              <a:rPr lang="en-US" altLang="zh-CN" sz="1600" b="1" dirty="0">
                <a:solidFill>
                  <a:schemeClr val="tx2"/>
                </a:solidFill>
              </a:rPr>
              <a:t>Report</a:t>
            </a:r>
            <a:endParaRPr lang="zh-CN" altLang="en-US" sz="1600" b="1" dirty="0">
              <a:solidFill>
                <a:schemeClr val="tx2"/>
              </a:solidFill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5FAFE0-2D46-DC9E-DCDE-220AD51FA6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E6E70E1-1D5D-5F45-BE93-A195DBA8F7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250485"/>
              </p:ext>
            </p:extLst>
          </p:nvPr>
        </p:nvGraphicFramePr>
        <p:xfrm>
          <a:off x="592997" y="1254327"/>
          <a:ext cx="11003025" cy="4736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7278">
                  <a:extLst>
                    <a:ext uri="{9D8B030D-6E8A-4147-A177-3AD203B41FA5}">
                      <a16:colId xmlns:a16="http://schemas.microsoft.com/office/drawing/2014/main" val="2728807094"/>
                    </a:ext>
                  </a:extLst>
                </a:gridCol>
                <a:gridCol w="5076825">
                  <a:extLst>
                    <a:ext uri="{9D8B030D-6E8A-4147-A177-3AD203B41FA5}">
                      <a16:colId xmlns:a16="http://schemas.microsoft.com/office/drawing/2014/main" val="2571336050"/>
                    </a:ext>
                  </a:extLst>
                </a:gridCol>
                <a:gridCol w="4318922">
                  <a:extLst>
                    <a:ext uri="{9D8B030D-6E8A-4147-A177-3AD203B41FA5}">
                      <a16:colId xmlns:a16="http://schemas.microsoft.com/office/drawing/2014/main" val="1917370498"/>
                    </a:ext>
                  </a:extLst>
                </a:gridCol>
              </a:tblGrid>
              <a:tr h="5158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>
                          <a:solidFill>
                            <a:schemeClr val="bg1"/>
                          </a:solidFill>
                          <a:effectLst/>
                        </a:rPr>
                        <a:t>阶段</a:t>
                      </a:r>
                    </a:p>
                  </a:txBody>
                  <a:tcPr marL="123825" marR="123825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>
                          <a:solidFill>
                            <a:schemeClr val="bg1"/>
                          </a:solidFill>
                          <a:effectLst/>
                        </a:rPr>
                        <a:t>方式</a:t>
                      </a:r>
                    </a:p>
                  </a:txBody>
                  <a:tcPr marL="123825" marR="123825" marT="57150" marB="5715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>
                          <a:solidFill>
                            <a:schemeClr val="bg1"/>
                          </a:solidFill>
                          <a:effectLst/>
                        </a:rPr>
                        <a:t>影响</a:t>
                      </a:r>
                    </a:p>
                  </a:txBody>
                  <a:tcPr marL="123825" marR="123825" marT="57150" marB="5715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521494"/>
                  </a:ext>
                </a:extLst>
              </a:tr>
              <a:tr h="1055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 dirty="0">
                          <a:effectLst/>
                        </a:rPr>
                        <a:t>数据存储</a:t>
                      </a: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>
                          <a:effectLst/>
                        </a:rPr>
                        <a:t>OEE</a:t>
                      </a:r>
                      <a:r>
                        <a:rPr lang="zh-CN" altLang="en-US" sz="1200" dirty="0">
                          <a:effectLst/>
                        </a:rPr>
                        <a:t>、</a:t>
                      </a:r>
                      <a:r>
                        <a:rPr lang="en-US" altLang="zh-CN" sz="1200" dirty="0">
                          <a:effectLst/>
                        </a:rPr>
                        <a:t>MES</a:t>
                      </a:r>
                      <a:r>
                        <a:rPr lang="zh-CN" altLang="en-US" sz="1200" dirty="0">
                          <a:effectLst/>
                        </a:rPr>
                        <a:t>、</a:t>
                      </a:r>
                      <a:r>
                        <a:rPr lang="en-US" altLang="zh-CN" sz="1200" dirty="0">
                          <a:effectLst/>
                        </a:rPr>
                        <a:t>SFC</a:t>
                      </a:r>
                      <a:r>
                        <a:rPr lang="zh-CN" altLang="en-US" sz="1200" dirty="0">
                          <a:effectLst/>
                        </a:rPr>
                        <a:t>、</a:t>
                      </a:r>
                      <a:r>
                        <a:rPr lang="en-US" altLang="zh-CN" sz="1200" dirty="0">
                          <a:effectLst/>
                        </a:rPr>
                        <a:t>SAP</a:t>
                      </a:r>
                      <a:r>
                        <a:rPr lang="zh-CN" altLang="en-US" sz="1200" dirty="0">
                          <a:effectLst/>
                        </a:rPr>
                        <a:t>等独立管理系统；</a:t>
                      </a:r>
                      <a:endParaRPr lang="en-US" altLang="zh-CN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纸质单据；</a:t>
                      </a:r>
                      <a:endParaRPr lang="en-US" altLang="zh-CN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共享盘与独立文件夹（</a:t>
                      </a:r>
                      <a:r>
                        <a:rPr lang="en-US" altLang="zh-CN" sz="1200" dirty="0">
                          <a:effectLst/>
                        </a:rPr>
                        <a:t>Excel/CSV</a:t>
                      </a:r>
                      <a:r>
                        <a:rPr lang="zh-CN" altLang="en-US" sz="1200" dirty="0">
                          <a:effectLst/>
                        </a:rPr>
                        <a:t>）；</a:t>
                      </a:r>
                      <a:endParaRPr lang="en-US" altLang="zh-CN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分散在个人电脑；</a:t>
                      </a:r>
                      <a:endParaRPr lang="en-US" altLang="zh-CN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个人定期备份或不备份；</a:t>
                      </a:r>
                      <a:endParaRPr lang="en-US" altLang="zh-CN" sz="1200" dirty="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数据分散与版本众多，主数据缺失，追溯与审计困难；</a:t>
                      </a:r>
                      <a:endParaRPr lang="en-US" altLang="zh-CN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丢失与泄露风险高，权限不可控、留痕不足；</a:t>
                      </a:r>
                      <a:endParaRPr lang="en-US" altLang="zh-CN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灾备与恢复无保障，关键数据可能永久丢失</a:t>
                      </a:r>
                      <a:r>
                        <a:rPr lang="en-US" altLang="zh-CN" sz="1200" dirty="0">
                          <a:effectLst/>
                        </a:rPr>
                        <a:t>.</a:t>
                      </a:r>
                      <a:endParaRPr lang="zh-CN" altLang="en-US" sz="1200" dirty="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022026"/>
                  </a:ext>
                </a:extLst>
              </a:tr>
              <a:tr h="1055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 dirty="0">
                          <a:effectLst/>
                        </a:rPr>
                        <a:t>数据采集</a:t>
                      </a: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手工填报与</a:t>
                      </a:r>
                      <a:r>
                        <a:rPr lang="en-US" altLang="zh-CN" sz="1200" dirty="0">
                          <a:effectLst/>
                        </a:rPr>
                        <a:t>Excel</a:t>
                      </a:r>
                      <a:r>
                        <a:rPr lang="zh-CN" altLang="en-US" sz="1200" dirty="0">
                          <a:effectLst/>
                        </a:rPr>
                        <a:t>汇总；</a:t>
                      </a:r>
                      <a:endParaRPr lang="en-US" altLang="zh-CN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手动清洗、临时脚本、口口相传的规则；</a:t>
                      </a:r>
                      <a:endParaRPr lang="en-US" altLang="zh-CN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点对点导出</a:t>
                      </a:r>
                      <a:r>
                        <a:rPr lang="en-US" altLang="zh-CN" sz="1200" dirty="0">
                          <a:effectLst/>
                        </a:rPr>
                        <a:t>/</a:t>
                      </a:r>
                      <a:r>
                        <a:rPr lang="zh-CN" altLang="en-US" sz="1200" dirty="0">
                          <a:effectLst/>
                        </a:rPr>
                        <a:t>导入，人工抽样录入</a:t>
                      </a: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人工易错、效率低下；</a:t>
                      </a:r>
                      <a:endParaRPr lang="en-US" altLang="zh-CN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规则不可复用且易失真，数据质量不稳定、上线周期长；</a:t>
                      </a:r>
                      <a:endParaRPr lang="en-US" altLang="zh-CN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接入成本高、稳定性差，易形成“数据孤岛”</a:t>
                      </a: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241944"/>
                  </a:ext>
                </a:extLst>
              </a:tr>
              <a:tr h="1055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 dirty="0">
                          <a:effectLst/>
                        </a:rPr>
                        <a:t>数据传输</a:t>
                      </a: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>
                          <a:effectLst/>
                        </a:rPr>
                        <a:t>Email/Teams</a:t>
                      </a:r>
                      <a:r>
                        <a:rPr lang="zh-CN" altLang="en-US" sz="1200" dirty="0">
                          <a:effectLst/>
                        </a:rPr>
                        <a:t>传递文件与截图；</a:t>
                      </a:r>
                      <a:endParaRPr lang="en-US" altLang="zh-CN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邮件</a:t>
                      </a:r>
                      <a:r>
                        <a:rPr lang="en-US" altLang="zh-CN" sz="1200" dirty="0">
                          <a:effectLst/>
                        </a:rPr>
                        <a:t>/</a:t>
                      </a:r>
                      <a:r>
                        <a:rPr lang="zh-CN" altLang="en-US" sz="1200" dirty="0">
                          <a:effectLst/>
                        </a:rPr>
                        <a:t>群聊拉数与催更；线下会议对表；</a:t>
                      </a:r>
                      <a:endParaRPr lang="en-US" altLang="zh-CN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文件覆盖</a:t>
                      </a:r>
                      <a:r>
                        <a:rPr lang="en-US" altLang="zh-CN" sz="1200" dirty="0">
                          <a:effectLst/>
                        </a:rPr>
                        <a:t>/</a:t>
                      </a:r>
                      <a:r>
                        <a:rPr lang="zh-CN" altLang="en-US" sz="1200" dirty="0">
                          <a:effectLst/>
                        </a:rPr>
                        <a:t>重命名；</a:t>
                      </a:r>
                      <a:endParaRPr lang="en-US" altLang="zh-CN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变更通过邮件广播</a:t>
                      </a: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沟通链路长、返工频繁；</a:t>
                      </a:r>
                      <a:endParaRPr lang="en-US" altLang="zh-CN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信息碎片化且难沉淀，重复沟通与等待时间长；</a:t>
                      </a:r>
                      <a:endParaRPr lang="en-US" altLang="zh-CN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无统一版本控制与审计轨迹，误用频发</a:t>
                      </a: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463982"/>
                  </a:ext>
                </a:extLst>
              </a:tr>
              <a:tr h="10552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 dirty="0">
                          <a:effectLst/>
                        </a:rPr>
                        <a:t>报表呈现</a:t>
                      </a: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200" dirty="0">
                          <a:effectLst/>
                        </a:rPr>
                        <a:t>Excel</a:t>
                      </a:r>
                      <a:r>
                        <a:rPr lang="zh-CN" altLang="en-US" sz="1200" dirty="0">
                          <a:effectLst/>
                        </a:rPr>
                        <a:t>附件</a:t>
                      </a:r>
                      <a:r>
                        <a:rPr lang="en-US" altLang="zh-CN" sz="1200" dirty="0">
                          <a:effectLst/>
                        </a:rPr>
                        <a:t>/</a:t>
                      </a:r>
                      <a:r>
                        <a:rPr lang="zh-CN" altLang="en-US" sz="1200" dirty="0">
                          <a:effectLst/>
                        </a:rPr>
                        <a:t>截图、纸质汇报、临时报表；</a:t>
                      </a:r>
                      <a:endParaRPr lang="en-US" altLang="zh-CN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数据多为周</a:t>
                      </a:r>
                      <a:r>
                        <a:rPr lang="en-US" altLang="zh-CN" sz="1200" dirty="0">
                          <a:effectLst/>
                        </a:rPr>
                        <a:t>/</a:t>
                      </a:r>
                      <a:r>
                        <a:rPr lang="zh-CN" altLang="en-US" sz="1200" dirty="0">
                          <a:effectLst/>
                        </a:rPr>
                        <a:t>月汇总，无法及时调整排产与人机料协同；</a:t>
                      </a:r>
                      <a:endParaRPr lang="en-US" altLang="zh-CN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各部门分别统计，数据来源有差异；各部门各自维护定义，口径隐藏在报表中</a:t>
                      </a: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口径不一致、信息滞后，难以下钻与联动分析；</a:t>
                      </a:r>
                      <a:endParaRPr lang="en-US" altLang="zh-CN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时效性差，决策滞后；</a:t>
                      </a:r>
                      <a:endParaRPr lang="en-US" altLang="zh-CN" sz="12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200" dirty="0">
                          <a:effectLst/>
                        </a:rPr>
                        <a:t>口径难统一且难变更，跨部门对齐成本高、争议多</a:t>
                      </a: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68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537940"/>
      </p:ext>
    </p:extLst>
  </p:cSld>
  <p:clrMapOvr>
    <a:masterClrMapping/>
  </p:clrMapOvr>
</p:sld>
</file>

<file path=ppt/theme/theme1.xml><?xml version="1.0" encoding="utf-8"?>
<a:theme xmlns:a="http://schemas.openxmlformats.org/drawingml/2006/main" name="Medtronic Theme">
  <a:themeElements>
    <a:clrScheme name="medtronic">
      <a:dk1>
        <a:srgbClr val="3C3C3C"/>
      </a:dk1>
      <a:lt1>
        <a:sysClr val="window" lastClr="FFFFFF"/>
      </a:lt1>
      <a:dk2>
        <a:srgbClr val="1010EB"/>
      </a:dk2>
      <a:lt2>
        <a:srgbClr val="140F4B"/>
      </a:lt2>
      <a:accent1>
        <a:srgbClr val="0FC9F7"/>
      </a:accent1>
      <a:accent2>
        <a:srgbClr val="00DCB9"/>
      </a:accent2>
      <a:accent3>
        <a:srgbClr val="7ECA2A"/>
      </a:accent3>
      <a:accent4>
        <a:srgbClr val="FFAD00"/>
      </a:accent4>
      <a:accent5>
        <a:srgbClr val="ED002A"/>
      </a:accent5>
      <a:accent6>
        <a:srgbClr val="E5057F"/>
      </a:accent6>
      <a:hlink>
        <a:srgbClr val="1010EB"/>
      </a:hlink>
      <a:folHlink>
        <a:srgbClr val="951F8D"/>
      </a:folHlink>
    </a:clrScheme>
    <a:fontScheme name="medtronic">
      <a:majorFont>
        <a:latin typeface="Avenir Next World"/>
        <a:ea typeface=""/>
        <a:cs typeface=""/>
      </a:majorFont>
      <a:minorFont>
        <a:latin typeface="Avenir Next World"/>
        <a:ea typeface="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lIns="137160" tIns="137160" rIns="137160" bIns="137160" rtlCol="0" anchor="t"/>
      <a:lstStyle>
        <a:defPPr algn="l">
          <a:defRPr sz="1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Purple">
      <a:srgbClr val="C529BB"/>
    </a:custClr>
    <a:custClr name="Purple, Lighter 80%">
      <a:srgbClr val="F4C7F1"/>
    </a:custClr>
    <a:custClr name="Purple, Lighter 40%">
      <a:srgbClr val="E88FE2"/>
    </a:custClr>
    <a:custClr name="Purple, Lighter 60%">
      <a:srgbClr val="DD57D4"/>
    </a:custClr>
    <a:custClr name="Purple, Darker 25%">
      <a:srgbClr val="951F8D"/>
    </a:custClr>
    <a:custClr name="Purple, Darker 50%">
      <a:srgbClr val="63145E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Lavender">
      <a:srgbClr val="654BDD"/>
    </a:custClr>
    <a:custClr name="Lavender, Lighter 80%">
      <a:srgbClr val="D9D2F6"/>
    </a:custClr>
    <a:custClr name="Lavender, Lighter 40%">
      <a:srgbClr val="B2A5EE"/>
    </a:custClr>
    <a:custClr name="Lavender, Lighter 60%">
      <a:srgbClr val="8C78E5"/>
    </a:custClr>
    <a:custClr name="Lavender, Darker 25%">
      <a:srgbClr val="3F23BA"/>
    </a:custClr>
    <a:custClr name="Lavender, Darker 50%">
      <a:srgbClr val="2A187C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rown">
      <a:srgbClr val="7B4D35"/>
    </a:custClr>
    <a:custClr name="Brown, Lighter 80%">
      <a:srgbClr val="E6D1C5"/>
    </a:custClr>
    <a:custClr name="Brown, Lighter 40%">
      <a:srgbClr val="CDA28B"/>
    </a:custClr>
    <a:custClr name="Brown, Lighter 60%">
      <a:srgbClr val="B47451"/>
    </a:custClr>
    <a:custClr name="Brown, Darker 25%">
      <a:srgbClr val="5E3B28"/>
    </a:custClr>
    <a:custClr name="Brown, Darker 50%">
      <a:srgbClr val="3E271B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doc-temp-lt-16x9.potx" id="{82B7D944-2933-452D-91ED-A0AF79439177}" vid="{A7D0FB43-9A49-492D-869E-7A40A086944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TEMPLATES DMAIC_V6.0</Template>
  <TotalTime>0</TotalTime>
  <Words>1351</Words>
  <Application>Microsoft Office PowerPoint</Application>
  <PresentationFormat>宽屏</PresentationFormat>
  <Paragraphs>147</Paragraphs>
  <Slides>5</Slides>
  <Notes>2</Notes>
  <HiddenSlides>2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等线</vt:lpstr>
      <vt:lpstr>Arial</vt:lpstr>
      <vt:lpstr>Avenir Next World</vt:lpstr>
      <vt:lpstr>Avenir Next World Demi</vt:lpstr>
      <vt:lpstr>Avenir Next World Thin</vt:lpstr>
      <vt:lpstr>Consolas</vt:lpstr>
      <vt:lpstr>Medtronic Theme</vt:lpstr>
      <vt:lpstr>Operational Data Integration and Intelligent Reporting</vt:lpstr>
      <vt:lpstr>Operational Data Integration and Intelligent Reporting</vt:lpstr>
      <vt:lpstr>Operational Data Integration and Intelligent Reporting</vt:lpstr>
      <vt:lpstr>Operational Data Integration and Intelligent Reporting</vt:lpstr>
      <vt:lpstr>Operational Data Integration and Intelligent Reporting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Huang, Kai [CZ05]</dc:creator>
  <cp:lastModifiedBy>Huang, Kai [CZ05]</cp:lastModifiedBy>
  <cp:revision>1</cp:revision>
  <dcterms:created xsi:type="dcterms:W3CDTF">2025-09-03T08:39:52Z</dcterms:created>
  <dcterms:modified xsi:type="dcterms:W3CDTF">2025-09-04T06:49:27Z</dcterms:modified>
</cp:coreProperties>
</file>